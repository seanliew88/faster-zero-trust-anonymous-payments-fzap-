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4"/>
  </p:notesMasterIdLst>
  <p:sldIdLst>
    <p:sldId id="256" r:id="rId2"/>
    <p:sldId id="257" r:id="rId3"/>
    <p:sldId id="258" r:id="rId4"/>
    <p:sldId id="259" r:id="rId5"/>
    <p:sldId id="260" r:id="rId6"/>
    <p:sldId id="265" r:id="rId7"/>
    <p:sldId id="261" r:id="rId8"/>
    <p:sldId id="262" r:id="rId9"/>
    <p:sldId id="263" r:id="rId10"/>
    <p:sldId id="264" r:id="rId11"/>
    <p:sldId id="267"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DEC8A5-99F6-B49A-0201-F3EF45232A52}" v="81" dt="2026-02-07T00:51:47.056"/>
    <p1510:client id="{789F58C9-E22E-0B23-1562-1A906D18F802}" v="4" dt="2026-02-07T11:33:43.517"/>
    <p1510:client id="{BB7C71D5-1BE0-4DAF-9B90-8579FECEC218}" v="2585" dt="2026-02-07T03:25:05.274"/>
    <p1510:client id="{FAFE3ECA-DED2-46B4-B3AF-1B1EBBD68678}" v="1" dt="2026-02-07T18:38:43.2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2" autoAdjust="0"/>
    <p:restoredTop sz="73647" autoAdjust="0"/>
  </p:normalViewPr>
  <p:slideViewPr>
    <p:cSldViewPr snapToGrid="0">
      <p:cViewPr varScale="1">
        <p:scale>
          <a:sx n="46" d="100"/>
          <a:sy n="46" d="100"/>
        </p:scale>
        <p:origin x="125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 da" userId="5f9603f67ace0195" providerId="Windows Live" clId="Web-{68DEC8A5-99F6-B49A-0201-F3EF45232A52}"/>
    <pc:docChg chg="modSld">
      <pc:chgData name="da da" userId="5f9603f67ace0195" providerId="Windows Live" clId="Web-{68DEC8A5-99F6-B49A-0201-F3EF45232A52}" dt="2026-02-07T00:51:47.056" v="77" actId="20577"/>
      <pc:docMkLst>
        <pc:docMk/>
      </pc:docMkLst>
      <pc:sldChg chg="modSp">
        <pc:chgData name="da da" userId="5f9603f67ace0195" providerId="Windows Live" clId="Web-{68DEC8A5-99F6-B49A-0201-F3EF45232A52}" dt="2026-02-07T00:51:47.056" v="77" actId="20577"/>
        <pc:sldMkLst>
          <pc:docMk/>
          <pc:sldMk cId="109857222" sldId="256"/>
        </pc:sldMkLst>
        <pc:spChg chg="mod">
          <ac:chgData name="da da" userId="5f9603f67ace0195" providerId="Windows Live" clId="Web-{68DEC8A5-99F6-B49A-0201-F3EF45232A52}" dt="2026-02-07T00:51:47.056" v="77" actId="20577"/>
          <ac:spMkLst>
            <pc:docMk/>
            <pc:sldMk cId="109857222" sldId="256"/>
            <ac:spMk id="2" creationId="{00000000-0000-0000-0000-000000000000}"/>
          </ac:spMkLst>
        </pc:spChg>
        <pc:spChg chg="mod">
          <ac:chgData name="da da" userId="5f9603f67ace0195" providerId="Windows Live" clId="Web-{68DEC8A5-99F6-B49A-0201-F3EF45232A52}" dt="2026-02-07T00:50:33.622" v="42" actId="20577"/>
          <ac:spMkLst>
            <pc:docMk/>
            <pc:sldMk cId="109857222" sldId="256"/>
            <ac:spMk id="3" creationId="{00000000-0000-0000-0000-000000000000}"/>
          </ac:spMkLst>
        </pc:spChg>
      </pc:sldChg>
    </pc:docChg>
  </pc:docChgLst>
  <pc:docChgLst>
    <pc:chgData name="Liew, Sean E S" userId="S::sel25@ic.ac.uk::f230610e-31ce-4ddf-9054-293077aa8000" providerId="AD" clId="Web-{789F58C9-E22E-0B23-1562-1A906D18F802}"/>
    <pc:docChg chg="modSld">
      <pc:chgData name="Liew, Sean E S" userId="S::sel25@ic.ac.uk::f230610e-31ce-4ddf-9054-293077aa8000" providerId="AD" clId="Web-{789F58C9-E22E-0B23-1562-1A906D18F802}" dt="2026-02-07T11:33:43.517" v="3" actId="20577"/>
      <pc:docMkLst>
        <pc:docMk/>
      </pc:docMkLst>
      <pc:sldChg chg="modSp">
        <pc:chgData name="Liew, Sean E S" userId="S::sel25@ic.ac.uk::f230610e-31ce-4ddf-9054-293077aa8000" providerId="AD" clId="Web-{789F58C9-E22E-0B23-1562-1A906D18F802}" dt="2026-02-07T11:33:43.517" v="3" actId="20577"/>
        <pc:sldMkLst>
          <pc:docMk/>
          <pc:sldMk cId="2922500828" sldId="262"/>
        </pc:sldMkLst>
        <pc:spChg chg="mod">
          <ac:chgData name="Liew, Sean E S" userId="S::sel25@ic.ac.uk::f230610e-31ce-4ddf-9054-293077aa8000" providerId="AD" clId="Web-{789F58C9-E22E-0B23-1562-1A906D18F802}" dt="2026-02-07T11:33:43.517" v="3" actId="20577"/>
          <ac:spMkLst>
            <pc:docMk/>
            <pc:sldMk cId="2922500828" sldId="262"/>
            <ac:spMk id="2" creationId="{D5EEA6B3-338C-BC41-59E5-9866A0931194}"/>
          </ac:spMkLst>
        </pc:spChg>
      </pc:sldChg>
    </pc:docChg>
  </pc:docChgLst>
  <pc:docChgLst>
    <pc:chgData name="Wu, Wenda" userId="ab468d55-ef5d-4db3-8a1b-83adf07c2f2e" providerId="ADAL" clId="{8BC8D305-786A-4A0C-AE2A-63D3C3D46881}"/>
    <pc:docChg chg="addSld delSld modSld">
      <pc:chgData name="Wu, Wenda" userId="ab468d55-ef5d-4db3-8a1b-83adf07c2f2e" providerId="ADAL" clId="{8BC8D305-786A-4A0C-AE2A-63D3C3D46881}" dt="2026-02-07T18:40:00.443" v="33" actId="20577"/>
      <pc:docMkLst>
        <pc:docMk/>
      </pc:docMkLst>
      <pc:sldChg chg="add del">
        <pc:chgData name="Wu, Wenda" userId="ab468d55-ef5d-4db3-8a1b-83adf07c2f2e" providerId="ADAL" clId="{8BC8D305-786A-4A0C-AE2A-63D3C3D46881}" dt="2026-02-07T18:38:43.264" v="1"/>
        <pc:sldMkLst>
          <pc:docMk/>
          <pc:sldMk cId="2922500828" sldId="262"/>
        </pc:sldMkLst>
      </pc:sldChg>
      <pc:sldChg chg="modNotesTx">
        <pc:chgData name="Wu, Wenda" userId="ab468d55-ef5d-4db3-8a1b-83adf07c2f2e" providerId="ADAL" clId="{8BC8D305-786A-4A0C-AE2A-63D3C3D46881}" dt="2026-02-07T18:40:00.443" v="33" actId="20577"/>
        <pc:sldMkLst>
          <pc:docMk/>
          <pc:sldMk cId="1670002973" sldId="265"/>
        </pc:sldMkLst>
      </pc:sldChg>
    </pc:docChg>
  </pc:docChgLst>
  <pc:docChgLst>
    <pc:chgData name="da da" userId="5f9603f67ace0195" providerId="LiveId" clId="{8BC8D305-786A-4A0C-AE2A-63D3C3D46881}"/>
    <pc:docChg chg="undo redo custSel addSld delSld modSld addMainMaster delMainMaster">
      <pc:chgData name="da da" userId="5f9603f67ace0195" providerId="LiveId" clId="{8BC8D305-786A-4A0C-AE2A-63D3C3D46881}" dt="2026-02-07T06:14:38.367" v="17778" actId="27636"/>
      <pc:docMkLst>
        <pc:docMk/>
      </pc:docMkLst>
      <pc:sldChg chg="addSp delSp modSp mod modMedia setBg modClrScheme delAnim setClrOvrMap chgLayout">
        <pc:chgData name="da da" userId="5f9603f67ace0195" providerId="LiveId" clId="{8BC8D305-786A-4A0C-AE2A-63D3C3D46881}" dt="2026-02-07T00:55:52.411" v="211" actId="20577"/>
        <pc:sldMkLst>
          <pc:docMk/>
          <pc:sldMk cId="109857222" sldId="256"/>
        </pc:sldMkLst>
        <pc:spChg chg="mod">
          <ac:chgData name="da da" userId="5f9603f67ace0195" providerId="LiveId" clId="{8BC8D305-786A-4A0C-AE2A-63D3C3D46881}" dt="2026-02-07T00:55:52.411" v="211" actId="20577"/>
          <ac:spMkLst>
            <pc:docMk/>
            <pc:sldMk cId="109857222" sldId="256"/>
            <ac:spMk id="2" creationId="{00000000-0000-0000-0000-000000000000}"/>
          </ac:spMkLst>
        </pc:spChg>
        <pc:spChg chg="mod">
          <ac:chgData name="da da" userId="5f9603f67ace0195" providerId="LiveId" clId="{8BC8D305-786A-4A0C-AE2A-63D3C3D46881}" dt="2026-02-07T00:53:31.270" v="20" actId="26606"/>
          <ac:spMkLst>
            <pc:docMk/>
            <pc:sldMk cId="109857222" sldId="256"/>
            <ac:spMk id="3" creationId="{00000000-0000-0000-0000-000000000000}"/>
          </ac:spMkLst>
        </pc:spChg>
        <pc:spChg chg="add">
          <ac:chgData name="da da" userId="5f9603f67ace0195" providerId="LiveId" clId="{8BC8D305-786A-4A0C-AE2A-63D3C3D46881}" dt="2026-02-07T00:53:31.270" v="20" actId="26606"/>
          <ac:spMkLst>
            <pc:docMk/>
            <pc:sldMk cId="109857222" sldId="256"/>
            <ac:spMk id="9" creationId="{19F9BF86-FE94-4517-B97D-026C7515E589}"/>
          </ac:spMkLst>
        </pc:spChg>
        <pc:spChg chg="add">
          <ac:chgData name="da da" userId="5f9603f67ace0195" providerId="LiveId" clId="{8BC8D305-786A-4A0C-AE2A-63D3C3D46881}" dt="2026-02-07T00:53:31.270" v="20" actId="26606"/>
          <ac:spMkLst>
            <pc:docMk/>
            <pc:sldMk cId="109857222" sldId="256"/>
            <ac:spMk id="11" creationId="{1DEDA826-0CC6-45C8-B90F-CB99E02CFB47}"/>
          </ac:spMkLst>
        </pc:spChg>
        <pc:picChg chg="add del mod">
          <ac:chgData name="da da" userId="5f9603f67ace0195" providerId="LiveId" clId="{8BC8D305-786A-4A0C-AE2A-63D3C3D46881}" dt="2026-02-07T00:53:20.862" v="19" actId="478"/>
          <ac:picMkLst>
            <pc:docMk/>
            <pc:sldMk cId="109857222" sldId="256"/>
            <ac:picMk id="4" creationId="{B1537241-AEB2-8385-C743-8FB64D216098}"/>
          </ac:picMkLst>
        </pc:picChg>
        <pc:picChg chg="add del mod">
          <ac:chgData name="da da" userId="5f9603f67ace0195" providerId="LiveId" clId="{8BC8D305-786A-4A0C-AE2A-63D3C3D46881}" dt="2026-02-07T00:53:41.910" v="23" actId="478"/>
          <ac:picMkLst>
            <pc:docMk/>
            <pc:sldMk cId="109857222" sldId="256"/>
            <ac:picMk id="5" creationId="{049F9D2D-900D-C2FE-4016-5B6F4A5069F4}"/>
          </ac:picMkLst>
        </pc:picChg>
        <pc:picChg chg="add mod ord">
          <ac:chgData name="da da" userId="5f9603f67ace0195" providerId="LiveId" clId="{8BC8D305-786A-4A0C-AE2A-63D3C3D46881}" dt="2026-02-07T00:54:06.417" v="29" actId="14100"/>
          <ac:picMkLst>
            <pc:docMk/>
            <pc:sldMk cId="109857222" sldId="256"/>
            <ac:picMk id="6" creationId="{96F6157E-7405-E228-C00D-4922DCA62D48}"/>
          </ac:picMkLst>
        </pc:picChg>
        <pc:cxnChg chg="add">
          <ac:chgData name="da da" userId="5f9603f67ace0195" providerId="LiveId" clId="{8BC8D305-786A-4A0C-AE2A-63D3C3D46881}" dt="2026-02-07T00:53:31.270" v="20" actId="26606"/>
          <ac:cxnSpMkLst>
            <pc:docMk/>
            <pc:sldMk cId="109857222" sldId="256"/>
            <ac:cxnSpMk id="13" creationId="{23DDA327-270B-43AF-BDBD-2EB50E83E222}"/>
          </ac:cxnSpMkLst>
        </pc:cxnChg>
      </pc:sldChg>
      <pc:sldChg chg="modSp new mod modNotesTx">
        <pc:chgData name="da da" userId="5f9603f67ace0195" providerId="LiveId" clId="{8BC8D305-786A-4A0C-AE2A-63D3C3D46881}" dt="2026-02-07T03:15:18.488" v="11662" actId="20577"/>
        <pc:sldMkLst>
          <pc:docMk/>
          <pc:sldMk cId="3652413925" sldId="257"/>
        </pc:sldMkLst>
        <pc:spChg chg="mod">
          <ac:chgData name="da da" userId="5f9603f67ace0195" providerId="LiveId" clId="{8BC8D305-786A-4A0C-AE2A-63D3C3D46881}" dt="2026-02-07T00:54:26.401" v="58" actId="20577"/>
          <ac:spMkLst>
            <pc:docMk/>
            <pc:sldMk cId="3652413925" sldId="257"/>
            <ac:spMk id="2" creationId="{E86D3378-7263-26E8-7CC2-0F4FDC1D9B5A}"/>
          </ac:spMkLst>
        </pc:spChg>
        <pc:spChg chg="mod">
          <ac:chgData name="da da" userId="5f9603f67ace0195" providerId="LiveId" clId="{8BC8D305-786A-4A0C-AE2A-63D3C3D46881}" dt="2026-02-07T01:06:48.437" v="1951" actId="20577"/>
          <ac:spMkLst>
            <pc:docMk/>
            <pc:sldMk cId="3652413925" sldId="257"/>
            <ac:spMk id="3" creationId="{7064CB0A-15F0-E0C2-7891-734A9BC5450B}"/>
          </ac:spMkLst>
        </pc:spChg>
      </pc:sldChg>
      <pc:sldChg chg="addSp delSp modSp new mod modNotesTx">
        <pc:chgData name="da da" userId="5f9603f67ace0195" providerId="LiveId" clId="{8BC8D305-786A-4A0C-AE2A-63D3C3D46881}" dt="2026-02-07T03:23:04.467" v="13030" actId="20577"/>
        <pc:sldMkLst>
          <pc:docMk/>
          <pc:sldMk cId="3298240836" sldId="258"/>
        </pc:sldMkLst>
        <pc:spChg chg="mod">
          <ac:chgData name="da da" userId="5f9603f67ace0195" providerId="LiveId" clId="{8BC8D305-786A-4A0C-AE2A-63D3C3D46881}" dt="2026-02-07T01:23:27.282" v="2724" actId="27636"/>
          <ac:spMkLst>
            <pc:docMk/>
            <pc:sldMk cId="3298240836" sldId="258"/>
            <ac:spMk id="2" creationId="{43F5E040-39D7-23D8-F9CD-267C0B7E3872}"/>
          </ac:spMkLst>
        </pc:spChg>
        <pc:spChg chg="mod">
          <ac:chgData name="da da" userId="5f9603f67ace0195" providerId="LiveId" clId="{8BC8D305-786A-4A0C-AE2A-63D3C3D46881}" dt="2026-02-07T01:44:12.122" v="3385" actId="20577"/>
          <ac:spMkLst>
            <pc:docMk/>
            <pc:sldMk cId="3298240836" sldId="258"/>
            <ac:spMk id="3" creationId="{E7BFCE50-E972-1433-3683-0975CBC2CE5B}"/>
          </ac:spMkLst>
        </pc:spChg>
        <pc:spChg chg="add del mod">
          <ac:chgData name="da da" userId="5f9603f67ace0195" providerId="LiveId" clId="{8BC8D305-786A-4A0C-AE2A-63D3C3D46881}" dt="2026-02-07T01:38:25.430" v="3262" actId="478"/>
          <ac:spMkLst>
            <pc:docMk/>
            <pc:sldMk cId="3298240836" sldId="258"/>
            <ac:spMk id="4" creationId="{C9202B53-E0DC-0AD7-B4BB-3871ECE6AE39}"/>
          </ac:spMkLst>
        </pc:spChg>
        <pc:spChg chg="add del">
          <ac:chgData name="da da" userId="5f9603f67ace0195" providerId="LiveId" clId="{8BC8D305-786A-4A0C-AE2A-63D3C3D46881}" dt="2026-02-07T01:26:53.393" v="3086" actId="478"/>
          <ac:spMkLst>
            <pc:docMk/>
            <pc:sldMk cId="3298240836" sldId="258"/>
            <ac:spMk id="5" creationId="{A00416DA-2801-20D3-4552-6447E1C0C948}"/>
          </ac:spMkLst>
        </pc:spChg>
        <pc:spChg chg="add del mod">
          <ac:chgData name="da da" userId="5f9603f67ace0195" providerId="LiveId" clId="{8BC8D305-786A-4A0C-AE2A-63D3C3D46881}" dt="2026-02-07T01:38:26.076" v="3263" actId="478"/>
          <ac:spMkLst>
            <pc:docMk/>
            <pc:sldMk cId="3298240836" sldId="258"/>
            <ac:spMk id="6" creationId="{D43A03DF-06B6-2651-E191-7F08D13C0DAB}"/>
          </ac:spMkLst>
        </pc:spChg>
        <pc:spChg chg="add del mod">
          <ac:chgData name="da da" userId="5f9603f67ace0195" providerId="LiveId" clId="{8BC8D305-786A-4A0C-AE2A-63D3C3D46881}" dt="2026-02-07T01:27:34.572" v="3106" actId="478"/>
          <ac:spMkLst>
            <pc:docMk/>
            <pc:sldMk cId="3298240836" sldId="258"/>
            <ac:spMk id="7" creationId="{3EE442CA-C88B-B4B9-00FE-8B620D8778F7}"/>
          </ac:spMkLst>
        </pc:spChg>
        <pc:spChg chg="add del mod">
          <ac:chgData name="da da" userId="5f9603f67ace0195" providerId="LiveId" clId="{8BC8D305-786A-4A0C-AE2A-63D3C3D46881}" dt="2026-02-07T01:27:34.041" v="3105" actId="478"/>
          <ac:spMkLst>
            <pc:docMk/>
            <pc:sldMk cId="3298240836" sldId="258"/>
            <ac:spMk id="8" creationId="{A3B077A0-607D-09F5-2853-F5DA5A881EDF}"/>
          </ac:spMkLst>
        </pc:spChg>
        <pc:spChg chg="add del mod">
          <ac:chgData name="da da" userId="5f9603f67ace0195" providerId="LiveId" clId="{8BC8D305-786A-4A0C-AE2A-63D3C3D46881}" dt="2026-02-07T01:27:35.377" v="3107" actId="478"/>
          <ac:spMkLst>
            <pc:docMk/>
            <pc:sldMk cId="3298240836" sldId="258"/>
            <ac:spMk id="9" creationId="{6FB3D4CA-F4B8-6322-5CD2-27FB19A060A7}"/>
          </ac:spMkLst>
        </pc:spChg>
        <pc:spChg chg="add del mod">
          <ac:chgData name="da da" userId="5f9603f67ace0195" providerId="LiveId" clId="{8BC8D305-786A-4A0C-AE2A-63D3C3D46881}" dt="2026-02-07T01:27:32.839" v="3104" actId="478"/>
          <ac:spMkLst>
            <pc:docMk/>
            <pc:sldMk cId="3298240836" sldId="258"/>
            <ac:spMk id="10" creationId="{CCF00A1D-0085-7314-C9BF-59D09B83EDD1}"/>
          </ac:spMkLst>
        </pc:spChg>
        <pc:spChg chg="add del mod">
          <ac:chgData name="da da" userId="5f9603f67ace0195" providerId="LiveId" clId="{8BC8D305-786A-4A0C-AE2A-63D3C3D46881}" dt="2026-02-07T01:27:32.153" v="3103" actId="478"/>
          <ac:spMkLst>
            <pc:docMk/>
            <pc:sldMk cId="3298240836" sldId="258"/>
            <ac:spMk id="11" creationId="{A1367B81-FEB1-5390-8A16-D575AA5C2740}"/>
          </ac:spMkLst>
        </pc:spChg>
        <pc:spChg chg="add del mod">
          <ac:chgData name="da da" userId="5f9603f67ace0195" providerId="LiveId" clId="{8BC8D305-786A-4A0C-AE2A-63D3C3D46881}" dt="2026-02-07T01:27:31.567" v="3102" actId="478"/>
          <ac:spMkLst>
            <pc:docMk/>
            <pc:sldMk cId="3298240836" sldId="258"/>
            <ac:spMk id="12" creationId="{D4C760A0-CC77-9BF1-2D55-9654777C7A86}"/>
          </ac:spMkLst>
        </pc:spChg>
        <pc:spChg chg="add del mod">
          <ac:chgData name="da da" userId="5f9603f67ace0195" providerId="LiveId" clId="{8BC8D305-786A-4A0C-AE2A-63D3C3D46881}" dt="2026-02-07T01:38:28.323" v="3266" actId="478"/>
          <ac:spMkLst>
            <pc:docMk/>
            <pc:sldMk cId="3298240836" sldId="258"/>
            <ac:spMk id="13" creationId="{2ED3175B-24AE-7564-94B4-49D25CD5EAF2}"/>
          </ac:spMkLst>
        </pc:spChg>
        <pc:spChg chg="add del mod">
          <ac:chgData name="da da" userId="5f9603f67ace0195" providerId="LiveId" clId="{8BC8D305-786A-4A0C-AE2A-63D3C3D46881}" dt="2026-02-07T01:38:32.698" v="3271" actId="478"/>
          <ac:spMkLst>
            <pc:docMk/>
            <pc:sldMk cId="3298240836" sldId="258"/>
            <ac:spMk id="14" creationId="{8462D856-7559-E4D1-8B27-73D392172445}"/>
          </ac:spMkLst>
        </pc:spChg>
        <pc:spChg chg="add del mod">
          <ac:chgData name="da da" userId="5f9603f67ace0195" providerId="LiveId" clId="{8BC8D305-786A-4A0C-AE2A-63D3C3D46881}" dt="2026-02-07T01:38:35.153" v="3274" actId="478"/>
          <ac:spMkLst>
            <pc:docMk/>
            <pc:sldMk cId="3298240836" sldId="258"/>
            <ac:spMk id="15" creationId="{450D84E5-27E8-E40A-820D-5E7967E804C0}"/>
          </ac:spMkLst>
        </pc:spChg>
        <pc:spChg chg="add del mod">
          <ac:chgData name="da da" userId="5f9603f67ace0195" providerId="LiveId" clId="{8BC8D305-786A-4A0C-AE2A-63D3C3D46881}" dt="2026-02-07T01:32:40.541" v="3218" actId="478"/>
          <ac:spMkLst>
            <pc:docMk/>
            <pc:sldMk cId="3298240836" sldId="258"/>
            <ac:spMk id="16" creationId="{D5586BA4-B116-12FE-52DD-7DB2B85A3E82}"/>
          </ac:spMkLst>
        </pc:spChg>
        <pc:spChg chg="add del mod">
          <ac:chgData name="da da" userId="5f9603f67ace0195" providerId="LiveId" clId="{8BC8D305-786A-4A0C-AE2A-63D3C3D46881}" dt="2026-02-07T01:30:35.786" v="3179" actId="478"/>
          <ac:spMkLst>
            <pc:docMk/>
            <pc:sldMk cId="3298240836" sldId="258"/>
            <ac:spMk id="17" creationId="{641B38EE-C65C-3968-BF74-C9FC4A111E7C}"/>
          </ac:spMkLst>
        </pc:spChg>
        <pc:spChg chg="add del mod">
          <ac:chgData name="da da" userId="5f9603f67ace0195" providerId="LiveId" clId="{8BC8D305-786A-4A0C-AE2A-63D3C3D46881}" dt="2026-02-07T01:30:35.056" v="3178" actId="478"/>
          <ac:spMkLst>
            <pc:docMk/>
            <pc:sldMk cId="3298240836" sldId="258"/>
            <ac:spMk id="18" creationId="{0612741A-7D8A-7B68-58DB-AB47DBF41CA1}"/>
          </ac:spMkLst>
        </pc:spChg>
        <pc:spChg chg="add del mod">
          <ac:chgData name="da da" userId="5f9603f67ace0195" providerId="LiveId" clId="{8BC8D305-786A-4A0C-AE2A-63D3C3D46881}" dt="2026-02-07T01:38:24.666" v="3261" actId="478"/>
          <ac:spMkLst>
            <pc:docMk/>
            <pc:sldMk cId="3298240836" sldId="258"/>
            <ac:spMk id="19" creationId="{2D4D5E4A-3726-D332-D330-6754CC443C23}"/>
          </ac:spMkLst>
        </pc:spChg>
        <pc:spChg chg="add mod">
          <ac:chgData name="da da" userId="5f9603f67ace0195" providerId="LiveId" clId="{8BC8D305-786A-4A0C-AE2A-63D3C3D46881}" dt="2026-02-07T01:29:11.526" v="3133"/>
          <ac:spMkLst>
            <pc:docMk/>
            <pc:sldMk cId="3298240836" sldId="258"/>
            <ac:spMk id="20" creationId="{0DA70787-C925-DFC7-8026-0B5BF1706C28}"/>
          </ac:spMkLst>
        </pc:spChg>
        <pc:spChg chg="add mod">
          <ac:chgData name="da da" userId="5f9603f67ace0195" providerId="LiveId" clId="{8BC8D305-786A-4A0C-AE2A-63D3C3D46881}" dt="2026-02-07T01:29:11.526" v="3133"/>
          <ac:spMkLst>
            <pc:docMk/>
            <pc:sldMk cId="3298240836" sldId="258"/>
            <ac:spMk id="21" creationId="{65977361-B4F4-1438-3702-568D2D698F28}"/>
          </ac:spMkLst>
        </pc:spChg>
        <pc:spChg chg="add del mod">
          <ac:chgData name="da da" userId="5f9603f67ace0195" providerId="LiveId" clId="{8BC8D305-786A-4A0C-AE2A-63D3C3D46881}" dt="2026-02-07T01:38:27.072" v="3264" actId="478"/>
          <ac:spMkLst>
            <pc:docMk/>
            <pc:sldMk cId="3298240836" sldId="258"/>
            <ac:spMk id="22" creationId="{41E4BBE5-07A7-6A96-0656-F4119B19174E}"/>
          </ac:spMkLst>
        </pc:spChg>
        <pc:spChg chg="add del mod">
          <ac:chgData name="da da" userId="5f9603f67ace0195" providerId="LiveId" clId="{8BC8D305-786A-4A0C-AE2A-63D3C3D46881}" dt="2026-02-07T01:32:00.417" v="3209" actId="478"/>
          <ac:spMkLst>
            <pc:docMk/>
            <pc:sldMk cId="3298240836" sldId="258"/>
            <ac:spMk id="29" creationId="{C75091B6-9A4B-ED27-7076-70261B942274}"/>
          </ac:spMkLst>
        </pc:spChg>
        <pc:spChg chg="add del mod">
          <ac:chgData name="da da" userId="5f9603f67ace0195" providerId="LiveId" clId="{8BC8D305-786A-4A0C-AE2A-63D3C3D46881}" dt="2026-02-07T01:38:20.814" v="3258" actId="478"/>
          <ac:spMkLst>
            <pc:docMk/>
            <pc:sldMk cId="3298240836" sldId="258"/>
            <ac:spMk id="30" creationId="{798C8253-5651-8F49-42FF-08E74E66DAAC}"/>
          </ac:spMkLst>
        </pc:spChg>
        <pc:spChg chg="add del mod">
          <ac:chgData name="da da" userId="5f9603f67ace0195" providerId="LiveId" clId="{8BC8D305-786A-4A0C-AE2A-63D3C3D46881}" dt="2026-02-07T01:38:21.879" v="3259" actId="478"/>
          <ac:spMkLst>
            <pc:docMk/>
            <pc:sldMk cId="3298240836" sldId="258"/>
            <ac:spMk id="31" creationId="{ABFFBE8D-2A31-7B00-CBB0-BBE1640EBFA5}"/>
          </ac:spMkLst>
        </pc:spChg>
        <pc:spChg chg="add del mod">
          <ac:chgData name="da da" userId="5f9603f67ace0195" providerId="LiveId" clId="{8BC8D305-786A-4A0C-AE2A-63D3C3D46881}" dt="2026-02-07T01:32:39.334" v="3217" actId="478"/>
          <ac:spMkLst>
            <pc:docMk/>
            <pc:sldMk cId="3298240836" sldId="258"/>
            <ac:spMk id="42" creationId="{0049919C-F2BB-0804-BC5F-D9ED31E835B2}"/>
          </ac:spMkLst>
        </pc:spChg>
        <pc:spChg chg="add del mod">
          <ac:chgData name="da da" userId="5f9603f67ace0195" providerId="LiveId" clId="{8BC8D305-786A-4A0C-AE2A-63D3C3D46881}" dt="2026-02-07T01:38:36.352" v="3276" actId="478"/>
          <ac:spMkLst>
            <pc:docMk/>
            <pc:sldMk cId="3298240836" sldId="258"/>
            <ac:spMk id="43" creationId="{80410ED2-EFFD-86C3-F402-64A7D340E656}"/>
          </ac:spMkLst>
        </pc:spChg>
        <pc:spChg chg="add del mod">
          <ac:chgData name="da da" userId="5f9603f67ace0195" providerId="LiveId" clId="{8BC8D305-786A-4A0C-AE2A-63D3C3D46881}" dt="2026-02-07T01:38:37.295" v="3278" actId="478"/>
          <ac:spMkLst>
            <pc:docMk/>
            <pc:sldMk cId="3298240836" sldId="258"/>
            <ac:spMk id="44" creationId="{94FC719F-2C17-9B3A-81D7-DA10E9B80096}"/>
          </ac:spMkLst>
        </pc:spChg>
        <pc:spChg chg="add mod">
          <ac:chgData name="da da" userId="5f9603f67ace0195" providerId="LiveId" clId="{8BC8D305-786A-4A0C-AE2A-63D3C3D46881}" dt="2026-02-07T01:32:52.396" v="3221"/>
          <ac:spMkLst>
            <pc:docMk/>
            <pc:sldMk cId="3298240836" sldId="258"/>
            <ac:spMk id="45" creationId="{4556EB16-940F-EE64-CA50-33E58577367E}"/>
          </ac:spMkLst>
        </pc:spChg>
        <pc:spChg chg="add mod">
          <ac:chgData name="da da" userId="5f9603f67ace0195" providerId="LiveId" clId="{8BC8D305-786A-4A0C-AE2A-63D3C3D46881}" dt="2026-02-07T01:32:52.396" v="3221"/>
          <ac:spMkLst>
            <pc:docMk/>
            <pc:sldMk cId="3298240836" sldId="258"/>
            <ac:spMk id="46" creationId="{54D79F02-A367-B445-E534-FF88AED13EA2}"/>
          </ac:spMkLst>
        </pc:spChg>
        <pc:spChg chg="add del">
          <ac:chgData name="da da" userId="5f9603f67ace0195" providerId="LiveId" clId="{8BC8D305-786A-4A0C-AE2A-63D3C3D46881}" dt="2026-02-07T01:32:56.949" v="3223" actId="22"/>
          <ac:spMkLst>
            <pc:docMk/>
            <pc:sldMk cId="3298240836" sldId="258"/>
            <ac:spMk id="48" creationId="{D8CFEC8F-79A8-4472-6775-D1DD600995B2}"/>
          </ac:spMkLst>
        </pc:spChg>
        <pc:spChg chg="add del mod">
          <ac:chgData name="da da" userId="5f9603f67ace0195" providerId="LiveId" clId="{8BC8D305-786A-4A0C-AE2A-63D3C3D46881}" dt="2026-02-07T01:38:23.564" v="3260" actId="478"/>
          <ac:spMkLst>
            <pc:docMk/>
            <pc:sldMk cId="3298240836" sldId="258"/>
            <ac:spMk id="49" creationId="{EF651D75-18A4-BE3F-484D-24D6CCF32A17}"/>
          </ac:spMkLst>
        </pc:spChg>
        <pc:spChg chg="add del mod">
          <ac:chgData name="da da" userId="5f9603f67ace0195" providerId="LiveId" clId="{8BC8D305-786A-4A0C-AE2A-63D3C3D46881}" dt="2026-02-07T01:38:34.577" v="3273" actId="478"/>
          <ac:spMkLst>
            <pc:docMk/>
            <pc:sldMk cId="3298240836" sldId="258"/>
            <ac:spMk id="50" creationId="{94580F70-6A9E-DC19-6229-8F32D8F1A015}"/>
          </ac:spMkLst>
        </pc:spChg>
        <pc:spChg chg="add del mod">
          <ac:chgData name="da da" userId="5f9603f67ace0195" providerId="LiveId" clId="{8BC8D305-786A-4A0C-AE2A-63D3C3D46881}" dt="2026-02-07T01:38:31.879" v="3270" actId="478"/>
          <ac:spMkLst>
            <pc:docMk/>
            <pc:sldMk cId="3298240836" sldId="258"/>
            <ac:spMk id="51" creationId="{F39EA281-5270-4367-B51B-2A6D4EB7654B}"/>
          </ac:spMkLst>
        </pc:spChg>
        <pc:spChg chg="add del mod">
          <ac:chgData name="da da" userId="5f9603f67ace0195" providerId="LiveId" clId="{8BC8D305-786A-4A0C-AE2A-63D3C3D46881}" dt="2026-02-07T01:38:30.160" v="3268" actId="478"/>
          <ac:spMkLst>
            <pc:docMk/>
            <pc:sldMk cId="3298240836" sldId="258"/>
            <ac:spMk id="52" creationId="{8CE19B49-95ED-CD59-3AEA-AAEAE5A75893}"/>
          </ac:spMkLst>
        </pc:spChg>
        <pc:cxnChg chg="add del mod">
          <ac:chgData name="da da" userId="5f9603f67ace0195" providerId="LiveId" clId="{8BC8D305-786A-4A0C-AE2A-63D3C3D46881}" dt="2026-02-07T01:38:27.775" v="3265" actId="478"/>
          <ac:cxnSpMkLst>
            <pc:docMk/>
            <pc:sldMk cId="3298240836" sldId="258"/>
            <ac:cxnSpMk id="24" creationId="{BCB35D58-41BE-10EE-F6ED-5EC5D5A20577}"/>
          </ac:cxnSpMkLst>
        </pc:cxnChg>
        <pc:cxnChg chg="add del mod">
          <ac:chgData name="da da" userId="5f9603f67ace0195" providerId="LiveId" clId="{8BC8D305-786A-4A0C-AE2A-63D3C3D46881}" dt="2026-02-07T01:31:24.040" v="3202" actId="478"/>
          <ac:cxnSpMkLst>
            <pc:docMk/>
            <pc:sldMk cId="3298240836" sldId="258"/>
            <ac:cxnSpMk id="26" creationId="{1145E877-1388-A862-99AC-665ECA1A4332}"/>
          </ac:cxnSpMkLst>
        </pc:cxnChg>
        <pc:cxnChg chg="add del mod">
          <ac:chgData name="da da" userId="5f9603f67ace0195" providerId="LiveId" clId="{8BC8D305-786A-4A0C-AE2A-63D3C3D46881}" dt="2026-02-07T01:38:30.820" v="3269" actId="478"/>
          <ac:cxnSpMkLst>
            <pc:docMk/>
            <pc:sldMk cId="3298240836" sldId="258"/>
            <ac:cxnSpMk id="28" creationId="{2E11E80D-72D1-8FFA-BF87-11C6A65BBF13}"/>
          </ac:cxnSpMkLst>
        </pc:cxnChg>
        <pc:cxnChg chg="add del mod">
          <ac:chgData name="da da" userId="5f9603f67ace0195" providerId="LiveId" clId="{8BC8D305-786A-4A0C-AE2A-63D3C3D46881}" dt="2026-02-07T01:38:28.936" v="3267" actId="478"/>
          <ac:cxnSpMkLst>
            <pc:docMk/>
            <pc:sldMk cId="3298240836" sldId="258"/>
            <ac:cxnSpMk id="37" creationId="{3AB7997C-AF41-4FB1-7F22-E986778CCE29}"/>
          </ac:cxnSpMkLst>
        </pc:cxnChg>
        <pc:cxnChg chg="add del mod">
          <ac:chgData name="da da" userId="5f9603f67ace0195" providerId="LiveId" clId="{8BC8D305-786A-4A0C-AE2A-63D3C3D46881}" dt="2026-02-07T01:38:33.393" v="3272" actId="478"/>
          <ac:cxnSpMkLst>
            <pc:docMk/>
            <pc:sldMk cId="3298240836" sldId="258"/>
            <ac:cxnSpMk id="41" creationId="{BA7182A3-4E7E-54DF-E574-D36D1E175656}"/>
          </ac:cxnSpMkLst>
        </pc:cxnChg>
        <pc:cxnChg chg="add del mod">
          <ac:chgData name="da da" userId="5f9603f67ace0195" providerId="LiveId" clId="{8BC8D305-786A-4A0C-AE2A-63D3C3D46881}" dt="2026-02-07T01:38:35.860" v="3275" actId="478"/>
          <ac:cxnSpMkLst>
            <pc:docMk/>
            <pc:sldMk cId="3298240836" sldId="258"/>
            <ac:cxnSpMk id="54" creationId="{A14826EE-04DA-FA58-7CA4-54C16152FC59}"/>
          </ac:cxnSpMkLst>
        </pc:cxnChg>
        <pc:cxnChg chg="add del mod">
          <ac:chgData name="da da" userId="5f9603f67ace0195" providerId="LiveId" clId="{8BC8D305-786A-4A0C-AE2A-63D3C3D46881}" dt="2026-02-07T01:38:36.897" v="3277" actId="478"/>
          <ac:cxnSpMkLst>
            <pc:docMk/>
            <pc:sldMk cId="3298240836" sldId="258"/>
            <ac:cxnSpMk id="56" creationId="{459EA36C-26F5-A188-FDA3-C69178F6F75B}"/>
          </ac:cxnSpMkLst>
        </pc:cxnChg>
      </pc:sldChg>
      <pc:sldChg chg="modSp new mod modNotesTx">
        <pc:chgData name="da da" userId="5f9603f67ace0195" providerId="LiveId" clId="{8BC8D305-786A-4A0C-AE2A-63D3C3D46881}" dt="2026-02-07T04:39:05.652" v="15185" actId="20577"/>
        <pc:sldMkLst>
          <pc:docMk/>
          <pc:sldMk cId="961946234" sldId="259"/>
        </pc:sldMkLst>
        <pc:spChg chg="mod">
          <ac:chgData name="da da" userId="5f9603f67ace0195" providerId="LiveId" clId="{8BC8D305-786A-4A0C-AE2A-63D3C3D46881}" dt="2026-02-07T01:54:44.744" v="4353" actId="20577"/>
          <ac:spMkLst>
            <pc:docMk/>
            <pc:sldMk cId="961946234" sldId="259"/>
            <ac:spMk id="2" creationId="{50EE775E-0ACB-0DA5-BF8C-C4FCA9EBA12C}"/>
          </ac:spMkLst>
        </pc:spChg>
        <pc:spChg chg="mod">
          <ac:chgData name="da da" userId="5f9603f67ace0195" providerId="LiveId" clId="{8BC8D305-786A-4A0C-AE2A-63D3C3D46881}" dt="2026-02-07T02:40:42.746" v="9212" actId="20577"/>
          <ac:spMkLst>
            <pc:docMk/>
            <pc:sldMk cId="961946234" sldId="259"/>
            <ac:spMk id="3" creationId="{27405ADB-1BF1-72B6-BEC8-F20EB7BEEBF6}"/>
          </ac:spMkLst>
        </pc:spChg>
      </pc:sldChg>
      <pc:sldChg chg="modSp new mod modNotesTx">
        <pc:chgData name="da da" userId="5f9603f67ace0195" providerId="LiveId" clId="{8BC8D305-786A-4A0C-AE2A-63D3C3D46881}" dt="2026-02-07T04:38:57.789" v="15181" actId="20577"/>
        <pc:sldMkLst>
          <pc:docMk/>
          <pc:sldMk cId="95901224" sldId="260"/>
        </pc:sldMkLst>
        <pc:spChg chg="mod">
          <ac:chgData name="da da" userId="5f9603f67ace0195" providerId="LiveId" clId="{8BC8D305-786A-4A0C-AE2A-63D3C3D46881}" dt="2026-02-07T03:22:40.168" v="12959" actId="20577"/>
          <ac:spMkLst>
            <pc:docMk/>
            <pc:sldMk cId="95901224" sldId="260"/>
            <ac:spMk id="2" creationId="{AC54420A-323A-ACC3-1EC2-DE424907BEB9}"/>
          </ac:spMkLst>
        </pc:spChg>
        <pc:spChg chg="mod">
          <ac:chgData name="da da" userId="5f9603f67ace0195" providerId="LiveId" clId="{8BC8D305-786A-4A0C-AE2A-63D3C3D46881}" dt="2026-02-07T04:38:39.105" v="15171" actId="20577"/>
          <ac:spMkLst>
            <pc:docMk/>
            <pc:sldMk cId="95901224" sldId="260"/>
            <ac:spMk id="3" creationId="{6EBCC01C-5E5B-F965-89FE-EF65D6D2C22B}"/>
          </ac:spMkLst>
        </pc:spChg>
      </pc:sldChg>
      <pc:sldChg chg="modSp new mod modNotesTx">
        <pc:chgData name="da da" userId="5f9603f67ace0195" providerId="LiveId" clId="{8BC8D305-786A-4A0C-AE2A-63D3C3D46881}" dt="2026-02-07T04:39:26.211" v="15197" actId="20577"/>
        <pc:sldMkLst>
          <pc:docMk/>
          <pc:sldMk cId="2558875874" sldId="261"/>
        </pc:sldMkLst>
        <pc:spChg chg="mod">
          <ac:chgData name="da da" userId="5f9603f67ace0195" providerId="LiveId" clId="{8BC8D305-786A-4A0C-AE2A-63D3C3D46881}" dt="2026-02-07T02:09:36.811" v="6271" actId="20577"/>
          <ac:spMkLst>
            <pc:docMk/>
            <pc:sldMk cId="2558875874" sldId="261"/>
            <ac:spMk id="2" creationId="{EF70ADB9-1E28-0EE9-FDEA-907EA1EC8ED8}"/>
          </ac:spMkLst>
        </pc:spChg>
        <pc:spChg chg="mod">
          <ac:chgData name="da da" userId="5f9603f67ace0195" providerId="LiveId" clId="{8BC8D305-786A-4A0C-AE2A-63D3C3D46881}" dt="2026-02-07T02:31:12.885" v="8612" actId="20577"/>
          <ac:spMkLst>
            <pc:docMk/>
            <pc:sldMk cId="2558875874" sldId="261"/>
            <ac:spMk id="3" creationId="{FF9B2BF2-5A02-08AB-45D2-1ADCE456B694}"/>
          </ac:spMkLst>
        </pc:spChg>
      </pc:sldChg>
      <pc:sldChg chg="addSp delSp modSp new mod modNotesTx">
        <pc:chgData name="da da" userId="5f9603f67ace0195" providerId="LiveId" clId="{8BC8D305-786A-4A0C-AE2A-63D3C3D46881}" dt="2026-02-07T03:12:52.970" v="11324" actId="20577"/>
        <pc:sldMkLst>
          <pc:docMk/>
          <pc:sldMk cId="2922500828" sldId="262"/>
        </pc:sldMkLst>
        <pc:spChg chg="mod">
          <ac:chgData name="da da" userId="5f9603f67ace0195" providerId="LiveId" clId="{8BC8D305-786A-4A0C-AE2A-63D3C3D46881}" dt="2026-02-07T02:28:29.972" v="7903" actId="20577"/>
          <ac:spMkLst>
            <pc:docMk/>
            <pc:sldMk cId="2922500828" sldId="262"/>
            <ac:spMk id="2" creationId="{D5EEA6B3-338C-BC41-59E5-9866A0931194}"/>
          </ac:spMkLst>
        </pc:spChg>
        <pc:spChg chg="del">
          <ac:chgData name="da da" userId="5f9603f67ace0195" providerId="LiveId" clId="{8BC8D305-786A-4A0C-AE2A-63D3C3D46881}" dt="2026-02-07T02:33:10.290" v="8977" actId="478"/>
          <ac:spMkLst>
            <pc:docMk/>
            <pc:sldMk cId="2922500828" sldId="262"/>
            <ac:spMk id="3" creationId="{1B5F16B2-0883-4BF4-C3B7-32FC81F46490}"/>
          </ac:spMkLst>
        </pc:spChg>
        <pc:spChg chg="add del mod">
          <ac:chgData name="da da" userId="5f9603f67ace0195" providerId="LiveId" clId="{8BC8D305-786A-4A0C-AE2A-63D3C3D46881}" dt="2026-02-07T02:33:26.310" v="8983" actId="478"/>
          <ac:spMkLst>
            <pc:docMk/>
            <pc:sldMk cId="2922500828" sldId="262"/>
            <ac:spMk id="4" creationId="{E5F0A035-3F1C-DD1B-1DAF-532B6B775367}"/>
          </ac:spMkLst>
        </pc:spChg>
        <pc:spChg chg="add del mod">
          <ac:chgData name="da da" userId="5f9603f67ace0195" providerId="LiveId" clId="{8BC8D305-786A-4A0C-AE2A-63D3C3D46881}" dt="2026-02-07T02:33:25.499" v="8982" actId="478"/>
          <ac:spMkLst>
            <pc:docMk/>
            <pc:sldMk cId="2922500828" sldId="262"/>
            <ac:spMk id="5" creationId="{F34911F8-EC0B-1E9F-0562-E2B0AFF9FEE6}"/>
          </ac:spMkLst>
        </pc:spChg>
        <pc:spChg chg="add mod">
          <ac:chgData name="da da" userId="5f9603f67ace0195" providerId="LiveId" clId="{8BC8D305-786A-4A0C-AE2A-63D3C3D46881}" dt="2026-02-07T02:38:17.122" v="9009" actId="1076"/>
          <ac:spMkLst>
            <pc:docMk/>
            <pc:sldMk cId="2922500828" sldId="262"/>
            <ac:spMk id="6" creationId="{87023BB5-E723-3507-1B05-252F86DF035A}"/>
          </ac:spMkLst>
        </pc:spChg>
        <pc:spChg chg="add del mod">
          <ac:chgData name="da da" userId="5f9603f67ace0195" providerId="LiveId" clId="{8BC8D305-786A-4A0C-AE2A-63D3C3D46881}" dt="2026-02-07T02:43:07.222" v="9572" actId="478"/>
          <ac:spMkLst>
            <pc:docMk/>
            <pc:sldMk cId="2922500828" sldId="262"/>
            <ac:spMk id="7" creationId="{27917CD2-00EA-3941-35FE-39714223F3A9}"/>
          </ac:spMkLst>
        </pc:spChg>
        <pc:spChg chg="add mod">
          <ac:chgData name="da da" userId="5f9603f67ace0195" providerId="LiveId" clId="{8BC8D305-786A-4A0C-AE2A-63D3C3D46881}" dt="2026-02-07T02:39:51.014" v="9141" actId="1076"/>
          <ac:spMkLst>
            <pc:docMk/>
            <pc:sldMk cId="2922500828" sldId="262"/>
            <ac:spMk id="8" creationId="{41373820-A353-7141-EC07-A0FCBF55F777}"/>
          </ac:spMkLst>
        </pc:spChg>
        <pc:spChg chg="add del mod">
          <ac:chgData name="da da" userId="5f9603f67ace0195" providerId="LiveId" clId="{8BC8D305-786A-4A0C-AE2A-63D3C3D46881}" dt="2026-02-07T02:43:09.865" v="9573" actId="478"/>
          <ac:spMkLst>
            <pc:docMk/>
            <pc:sldMk cId="2922500828" sldId="262"/>
            <ac:spMk id="9" creationId="{B4AC381F-66D3-8194-D9A6-31BE0AD5B284}"/>
          </ac:spMkLst>
        </pc:spChg>
        <pc:spChg chg="add mod">
          <ac:chgData name="da da" userId="5f9603f67ace0195" providerId="LiveId" clId="{8BC8D305-786A-4A0C-AE2A-63D3C3D46881}" dt="2026-02-07T02:38:17.122" v="9009" actId="1076"/>
          <ac:spMkLst>
            <pc:docMk/>
            <pc:sldMk cId="2922500828" sldId="262"/>
            <ac:spMk id="10" creationId="{90FD5C62-748E-77D7-B0F8-FB047E1750B4}"/>
          </ac:spMkLst>
        </pc:spChg>
        <pc:spChg chg="add del mod">
          <ac:chgData name="da da" userId="5f9603f67ace0195" providerId="LiveId" clId="{8BC8D305-786A-4A0C-AE2A-63D3C3D46881}" dt="2026-02-07T02:43:13.454" v="9574" actId="478"/>
          <ac:spMkLst>
            <pc:docMk/>
            <pc:sldMk cId="2922500828" sldId="262"/>
            <ac:spMk id="11" creationId="{76ECD0B0-7D65-6F82-F314-EDF48676E2DC}"/>
          </ac:spMkLst>
        </pc:spChg>
        <pc:spChg chg="add mod">
          <ac:chgData name="da da" userId="5f9603f67ace0195" providerId="LiveId" clId="{8BC8D305-786A-4A0C-AE2A-63D3C3D46881}" dt="2026-02-07T02:38:17.122" v="9009" actId="1076"/>
          <ac:spMkLst>
            <pc:docMk/>
            <pc:sldMk cId="2922500828" sldId="262"/>
            <ac:spMk id="12" creationId="{DA83EAD5-1ADD-0098-F8BE-19D8560DD4DF}"/>
          </ac:spMkLst>
        </pc:spChg>
        <pc:spChg chg="add del mod">
          <ac:chgData name="da da" userId="5f9603f67ace0195" providerId="LiveId" clId="{8BC8D305-786A-4A0C-AE2A-63D3C3D46881}" dt="2026-02-07T02:43:15.822" v="9575" actId="478"/>
          <ac:spMkLst>
            <pc:docMk/>
            <pc:sldMk cId="2922500828" sldId="262"/>
            <ac:spMk id="13" creationId="{47519578-055D-9FAA-E477-B25B7AB0A681}"/>
          </ac:spMkLst>
        </pc:spChg>
        <pc:spChg chg="add mod">
          <ac:chgData name="da da" userId="5f9603f67ace0195" providerId="LiveId" clId="{8BC8D305-786A-4A0C-AE2A-63D3C3D46881}" dt="2026-02-07T02:38:17.122" v="9009" actId="1076"/>
          <ac:spMkLst>
            <pc:docMk/>
            <pc:sldMk cId="2922500828" sldId="262"/>
            <ac:spMk id="14" creationId="{CC63402B-62D2-8583-638C-ACBEED1345FD}"/>
          </ac:spMkLst>
        </pc:spChg>
        <pc:spChg chg="add mod">
          <ac:chgData name="da da" userId="5f9603f67ace0195" providerId="LiveId" clId="{8BC8D305-786A-4A0C-AE2A-63D3C3D46881}" dt="2026-02-07T02:38:06.097" v="9004" actId="1076"/>
          <ac:spMkLst>
            <pc:docMk/>
            <pc:sldMk cId="2922500828" sldId="262"/>
            <ac:spMk id="15" creationId="{6B975951-C890-1CD6-9C21-DE19BA63E7EF}"/>
          </ac:spMkLst>
        </pc:spChg>
        <pc:spChg chg="add del mod">
          <ac:chgData name="da da" userId="5f9603f67ace0195" providerId="LiveId" clId="{8BC8D305-786A-4A0C-AE2A-63D3C3D46881}" dt="2026-02-07T02:37:34.792" v="8998" actId="478"/>
          <ac:spMkLst>
            <pc:docMk/>
            <pc:sldMk cId="2922500828" sldId="262"/>
            <ac:spMk id="16" creationId="{2A72BABD-84F4-9155-AE98-8BF4ECEC2365}"/>
          </ac:spMkLst>
        </pc:spChg>
        <pc:spChg chg="add mod">
          <ac:chgData name="da da" userId="5f9603f67ace0195" providerId="LiveId" clId="{8BC8D305-786A-4A0C-AE2A-63D3C3D46881}" dt="2026-02-07T02:38:06.097" v="9004" actId="1076"/>
          <ac:spMkLst>
            <pc:docMk/>
            <pc:sldMk cId="2922500828" sldId="262"/>
            <ac:spMk id="17" creationId="{66879970-9EC2-7EB0-F4AA-10F292E6C0F7}"/>
          </ac:spMkLst>
        </pc:spChg>
        <pc:spChg chg="add del mod">
          <ac:chgData name="da da" userId="5f9603f67ace0195" providerId="LiveId" clId="{8BC8D305-786A-4A0C-AE2A-63D3C3D46881}" dt="2026-02-07T02:43:07.222" v="9572" actId="478"/>
          <ac:spMkLst>
            <pc:docMk/>
            <pc:sldMk cId="2922500828" sldId="262"/>
            <ac:spMk id="18" creationId="{1616D55D-8FB9-0290-6B4F-D63AA74BC50E}"/>
          </ac:spMkLst>
        </pc:spChg>
        <pc:spChg chg="add mod">
          <ac:chgData name="da da" userId="5f9603f67ace0195" providerId="LiveId" clId="{8BC8D305-786A-4A0C-AE2A-63D3C3D46881}" dt="2026-02-07T02:38:06.097" v="9004" actId="1076"/>
          <ac:spMkLst>
            <pc:docMk/>
            <pc:sldMk cId="2922500828" sldId="262"/>
            <ac:spMk id="19" creationId="{10E573DF-ACA8-DA6A-22B3-FF29852F1C80}"/>
          </ac:spMkLst>
        </pc:spChg>
        <pc:spChg chg="add del mod">
          <ac:chgData name="da da" userId="5f9603f67ace0195" providerId="LiveId" clId="{8BC8D305-786A-4A0C-AE2A-63D3C3D46881}" dt="2026-02-07T02:43:09.865" v="9573" actId="478"/>
          <ac:spMkLst>
            <pc:docMk/>
            <pc:sldMk cId="2922500828" sldId="262"/>
            <ac:spMk id="20" creationId="{21A237AE-7EF0-DA51-4B97-D9632146B8CF}"/>
          </ac:spMkLst>
        </pc:spChg>
        <pc:spChg chg="add mod">
          <ac:chgData name="da da" userId="5f9603f67ace0195" providerId="LiveId" clId="{8BC8D305-786A-4A0C-AE2A-63D3C3D46881}" dt="2026-02-07T02:38:06.097" v="9004" actId="1076"/>
          <ac:spMkLst>
            <pc:docMk/>
            <pc:sldMk cId="2922500828" sldId="262"/>
            <ac:spMk id="21" creationId="{8749651C-35BC-4903-8EAE-BCD28DF69DE6}"/>
          </ac:spMkLst>
        </pc:spChg>
        <pc:spChg chg="add del mod">
          <ac:chgData name="da da" userId="5f9603f67ace0195" providerId="LiveId" clId="{8BC8D305-786A-4A0C-AE2A-63D3C3D46881}" dt="2026-02-07T02:43:13.454" v="9574" actId="478"/>
          <ac:spMkLst>
            <pc:docMk/>
            <pc:sldMk cId="2922500828" sldId="262"/>
            <ac:spMk id="22" creationId="{26199017-4935-0A1A-6E0B-AA61AB8A6E70}"/>
          </ac:spMkLst>
        </pc:spChg>
        <pc:spChg chg="add mod">
          <ac:chgData name="da da" userId="5f9603f67ace0195" providerId="LiveId" clId="{8BC8D305-786A-4A0C-AE2A-63D3C3D46881}" dt="2026-02-07T02:38:06.097" v="9004" actId="1076"/>
          <ac:spMkLst>
            <pc:docMk/>
            <pc:sldMk cId="2922500828" sldId="262"/>
            <ac:spMk id="23" creationId="{9E3910F2-6420-65C5-54A5-24CC101FF481}"/>
          </ac:spMkLst>
        </pc:spChg>
        <pc:spChg chg="add del mod">
          <ac:chgData name="da da" userId="5f9603f67ace0195" providerId="LiveId" clId="{8BC8D305-786A-4A0C-AE2A-63D3C3D46881}" dt="2026-02-07T02:43:15.822" v="9575" actId="478"/>
          <ac:spMkLst>
            <pc:docMk/>
            <pc:sldMk cId="2922500828" sldId="262"/>
            <ac:spMk id="24" creationId="{51CD2B7D-BA64-AC05-5AEB-8B2297ED0D08}"/>
          </ac:spMkLst>
        </pc:spChg>
        <pc:spChg chg="add mod">
          <ac:chgData name="da da" userId="5f9603f67ace0195" providerId="LiveId" clId="{8BC8D305-786A-4A0C-AE2A-63D3C3D46881}" dt="2026-02-07T02:44:46.816" v="9589" actId="1076"/>
          <ac:spMkLst>
            <pc:docMk/>
            <pc:sldMk cId="2922500828" sldId="262"/>
            <ac:spMk id="25" creationId="{9C15137B-F3B7-0B11-AC9D-1CA178AB94F5}"/>
          </ac:spMkLst>
        </pc:spChg>
        <pc:spChg chg="add mod">
          <ac:chgData name="da da" userId="5f9603f67ace0195" providerId="LiveId" clId="{8BC8D305-786A-4A0C-AE2A-63D3C3D46881}" dt="2026-02-07T02:58:58.459" v="10044" actId="1076"/>
          <ac:spMkLst>
            <pc:docMk/>
            <pc:sldMk cId="2922500828" sldId="262"/>
            <ac:spMk id="26" creationId="{4D04C7E3-666B-6F75-DB9F-7B85ACF29482}"/>
          </ac:spMkLst>
        </pc:spChg>
        <pc:spChg chg="add mod">
          <ac:chgData name="da da" userId="5f9603f67ace0195" providerId="LiveId" clId="{8BC8D305-786A-4A0C-AE2A-63D3C3D46881}" dt="2026-02-07T02:43:32.963" v="9577" actId="1076"/>
          <ac:spMkLst>
            <pc:docMk/>
            <pc:sldMk cId="2922500828" sldId="262"/>
            <ac:spMk id="45" creationId="{01F3947E-A41E-F9D2-D668-C544C061DCEC}"/>
          </ac:spMkLst>
        </pc:spChg>
        <pc:spChg chg="add mod">
          <ac:chgData name="da da" userId="5f9603f67ace0195" providerId="LiveId" clId="{8BC8D305-786A-4A0C-AE2A-63D3C3D46881}" dt="2026-02-07T02:52:23.880" v="9960" actId="1076"/>
          <ac:spMkLst>
            <pc:docMk/>
            <pc:sldMk cId="2922500828" sldId="262"/>
            <ac:spMk id="46" creationId="{B68562FD-EC27-D383-7048-85D0E80FFD82}"/>
          </ac:spMkLst>
        </pc:spChg>
        <pc:spChg chg="add mod">
          <ac:chgData name="da da" userId="5f9603f67ace0195" providerId="LiveId" clId="{8BC8D305-786A-4A0C-AE2A-63D3C3D46881}" dt="2026-02-07T02:52:23.880" v="9960" actId="1076"/>
          <ac:spMkLst>
            <pc:docMk/>
            <pc:sldMk cId="2922500828" sldId="262"/>
            <ac:spMk id="47" creationId="{D5A1CC3C-FC17-7A98-836B-A6C5F765E89C}"/>
          </ac:spMkLst>
        </pc:spChg>
        <pc:spChg chg="add mod">
          <ac:chgData name="da da" userId="5f9603f67ace0195" providerId="LiveId" clId="{8BC8D305-786A-4A0C-AE2A-63D3C3D46881}" dt="2026-02-07T02:52:23.880" v="9960" actId="1076"/>
          <ac:spMkLst>
            <pc:docMk/>
            <pc:sldMk cId="2922500828" sldId="262"/>
            <ac:spMk id="48" creationId="{7B1B1A26-3456-4262-0A0F-A6CA179B0854}"/>
          </ac:spMkLst>
        </pc:spChg>
        <pc:spChg chg="add mod">
          <ac:chgData name="da da" userId="5f9603f67ace0195" providerId="LiveId" clId="{8BC8D305-786A-4A0C-AE2A-63D3C3D46881}" dt="2026-02-07T02:43:32.963" v="9577" actId="1076"/>
          <ac:spMkLst>
            <pc:docMk/>
            <pc:sldMk cId="2922500828" sldId="262"/>
            <ac:spMk id="49" creationId="{BD042B23-34C5-75B6-F4C3-351730AD717F}"/>
          </ac:spMkLst>
        </pc:spChg>
        <pc:spChg chg="add del mod">
          <ac:chgData name="da da" userId="5f9603f67ace0195" providerId="LiveId" clId="{8BC8D305-786A-4A0C-AE2A-63D3C3D46881}" dt="2026-02-07T02:46:27.413" v="9609" actId="478"/>
          <ac:spMkLst>
            <pc:docMk/>
            <pc:sldMk cId="2922500828" sldId="262"/>
            <ac:spMk id="50" creationId="{CF04419F-F04D-4614-A66B-58828DB7592E}"/>
          </ac:spMkLst>
        </pc:spChg>
        <pc:spChg chg="add del mod">
          <ac:chgData name="da da" userId="5f9603f67ace0195" providerId="LiveId" clId="{8BC8D305-786A-4A0C-AE2A-63D3C3D46881}" dt="2026-02-07T02:47:10.478" v="9619" actId="478"/>
          <ac:spMkLst>
            <pc:docMk/>
            <pc:sldMk cId="2922500828" sldId="262"/>
            <ac:spMk id="51" creationId="{BD45E3FB-04D8-1516-6AF8-AC374D045247}"/>
          </ac:spMkLst>
        </pc:spChg>
        <pc:spChg chg="add del mod">
          <ac:chgData name="da da" userId="5f9603f67ace0195" providerId="LiveId" clId="{8BC8D305-786A-4A0C-AE2A-63D3C3D46881}" dt="2026-02-07T02:46:27.413" v="9609" actId="478"/>
          <ac:spMkLst>
            <pc:docMk/>
            <pc:sldMk cId="2922500828" sldId="262"/>
            <ac:spMk id="52" creationId="{E9B202C2-270E-F642-557E-F965286ABDDF}"/>
          </ac:spMkLst>
        </pc:spChg>
        <pc:spChg chg="add del mod">
          <ac:chgData name="da da" userId="5f9603f67ace0195" providerId="LiveId" clId="{8BC8D305-786A-4A0C-AE2A-63D3C3D46881}" dt="2026-02-07T02:46:27.413" v="9609" actId="478"/>
          <ac:spMkLst>
            <pc:docMk/>
            <pc:sldMk cId="2922500828" sldId="262"/>
            <ac:spMk id="53" creationId="{0BEC743B-4593-330A-F76F-C2D3F7B171C2}"/>
          </ac:spMkLst>
        </pc:spChg>
        <pc:spChg chg="add del mod">
          <ac:chgData name="da da" userId="5f9603f67ace0195" providerId="LiveId" clId="{8BC8D305-786A-4A0C-AE2A-63D3C3D46881}" dt="2026-02-07T02:46:27.413" v="9609" actId="478"/>
          <ac:spMkLst>
            <pc:docMk/>
            <pc:sldMk cId="2922500828" sldId="262"/>
            <ac:spMk id="54" creationId="{13A794A3-688C-864C-9A24-9B5D7D3A2295}"/>
          </ac:spMkLst>
        </pc:spChg>
        <pc:spChg chg="add mod">
          <ac:chgData name="da da" userId="5f9603f67ace0195" providerId="LiveId" clId="{8BC8D305-786A-4A0C-AE2A-63D3C3D46881}" dt="2026-02-07T02:56:31.962" v="10016" actId="1076"/>
          <ac:spMkLst>
            <pc:docMk/>
            <pc:sldMk cId="2922500828" sldId="262"/>
            <ac:spMk id="65" creationId="{94B4A129-9020-2513-6342-C910CA576CE4}"/>
          </ac:spMkLst>
        </pc:spChg>
        <pc:spChg chg="add del mod">
          <ac:chgData name="da da" userId="5f9603f67ace0195" providerId="LiveId" clId="{8BC8D305-786A-4A0C-AE2A-63D3C3D46881}" dt="2026-02-07T02:46:27.413" v="9609" actId="478"/>
          <ac:spMkLst>
            <pc:docMk/>
            <pc:sldMk cId="2922500828" sldId="262"/>
            <ac:spMk id="71" creationId="{D3114036-3199-EC5D-9303-0C7BDA027AF5}"/>
          </ac:spMkLst>
        </pc:spChg>
        <pc:spChg chg="add del mod">
          <ac:chgData name="da da" userId="5f9603f67ace0195" providerId="LiveId" clId="{8BC8D305-786A-4A0C-AE2A-63D3C3D46881}" dt="2026-02-07T02:47:10.478" v="9619" actId="478"/>
          <ac:spMkLst>
            <pc:docMk/>
            <pc:sldMk cId="2922500828" sldId="262"/>
            <ac:spMk id="72" creationId="{B7D2D382-532A-CA80-2723-8ED7B99710AF}"/>
          </ac:spMkLst>
        </pc:spChg>
        <pc:spChg chg="add del mod">
          <ac:chgData name="da da" userId="5f9603f67ace0195" providerId="LiveId" clId="{8BC8D305-786A-4A0C-AE2A-63D3C3D46881}" dt="2026-02-07T02:46:27.413" v="9609" actId="478"/>
          <ac:spMkLst>
            <pc:docMk/>
            <pc:sldMk cId="2922500828" sldId="262"/>
            <ac:spMk id="73" creationId="{123D1149-3288-C1B5-B804-9EC7E54033BC}"/>
          </ac:spMkLst>
        </pc:spChg>
        <pc:spChg chg="add del mod">
          <ac:chgData name="da da" userId="5f9603f67ace0195" providerId="LiveId" clId="{8BC8D305-786A-4A0C-AE2A-63D3C3D46881}" dt="2026-02-07T02:46:27.413" v="9609" actId="478"/>
          <ac:spMkLst>
            <pc:docMk/>
            <pc:sldMk cId="2922500828" sldId="262"/>
            <ac:spMk id="74" creationId="{5E287D2D-E598-2A0B-EAE7-16097D61951D}"/>
          </ac:spMkLst>
        </pc:spChg>
        <pc:spChg chg="add del mod">
          <ac:chgData name="da da" userId="5f9603f67ace0195" providerId="LiveId" clId="{8BC8D305-786A-4A0C-AE2A-63D3C3D46881}" dt="2026-02-07T02:46:27.413" v="9609" actId="478"/>
          <ac:spMkLst>
            <pc:docMk/>
            <pc:sldMk cId="2922500828" sldId="262"/>
            <ac:spMk id="75" creationId="{01758A49-0E6F-130C-40E0-31E714115619}"/>
          </ac:spMkLst>
        </pc:spChg>
        <pc:spChg chg="add mod">
          <ac:chgData name="da da" userId="5f9603f67ace0195" providerId="LiveId" clId="{8BC8D305-786A-4A0C-AE2A-63D3C3D46881}" dt="2026-02-07T02:52:05.307" v="9958" actId="207"/>
          <ac:spMkLst>
            <pc:docMk/>
            <pc:sldMk cId="2922500828" sldId="262"/>
            <ac:spMk id="79" creationId="{DF9CB76F-5DE0-9BCE-C988-B55608846AE7}"/>
          </ac:spMkLst>
        </pc:spChg>
        <pc:spChg chg="add mod">
          <ac:chgData name="da da" userId="5f9603f67ace0195" providerId="LiveId" clId="{8BC8D305-786A-4A0C-AE2A-63D3C3D46881}" dt="2026-02-07T02:46:49.069" v="9613" actId="1076"/>
          <ac:spMkLst>
            <pc:docMk/>
            <pc:sldMk cId="2922500828" sldId="262"/>
            <ac:spMk id="80" creationId="{F4FEB6B8-5A1D-F47A-7988-C0FC1A18E2BB}"/>
          </ac:spMkLst>
        </pc:spChg>
        <pc:spChg chg="add mod">
          <ac:chgData name="da da" userId="5f9603f67ace0195" providerId="LiveId" clId="{8BC8D305-786A-4A0C-AE2A-63D3C3D46881}" dt="2026-02-07T02:52:05.307" v="9958" actId="207"/>
          <ac:spMkLst>
            <pc:docMk/>
            <pc:sldMk cId="2922500828" sldId="262"/>
            <ac:spMk id="84" creationId="{6A443F8C-FBB5-8725-6836-68C0CF1FCCC5}"/>
          </ac:spMkLst>
        </pc:spChg>
        <pc:spChg chg="add mod">
          <ac:chgData name="da da" userId="5f9603f67ace0195" providerId="LiveId" clId="{8BC8D305-786A-4A0C-AE2A-63D3C3D46881}" dt="2026-02-07T02:47:06.814" v="9618" actId="1076"/>
          <ac:spMkLst>
            <pc:docMk/>
            <pc:sldMk cId="2922500828" sldId="262"/>
            <ac:spMk id="85" creationId="{03CB31FF-8BB4-43E6-51E2-09B48E4FA41F}"/>
          </ac:spMkLst>
        </pc:spChg>
        <pc:spChg chg="add mod">
          <ac:chgData name="da da" userId="5f9603f67ace0195" providerId="LiveId" clId="{8BC8D305-786A-4A0C-AE2A-63D3C3D46881}" dt="2026-02-07T02:52:05.307" v="9958" actId="207"/>
          <ac:spMkLst>
            <pc:docMk/>
            <pc:sldMk cId="2922500828" sldId="262"/>
            <ac:spMk id="87" creationId="{D36EB79B-05AB-6888-DDCB-D4FD47F52E2A}"/>
          </ac:spMkLst>
        </pc:spChg>
        <pc:spChg chg="add mod">
          <ac:chgData name="da da" userId="5f9603f67ace0195" providerId="LiveId" clId="{8BC8D305-786A-4A0C-AE2A-63D3C3D46881}" dt="2026-02-07T02:47:47.170" v="9633" actId="1076"/>
          <ac:spMkLst>
            <pc:docMk/>
            <pc:sldMk cId="2922500828" sldId="262"/>
            <ac:spMk id="88" creationId="{BC3C3CC4-8DC7-C318-768C-4D0463006FC8}"/>
          </ac:spMkLst>
        </pc:spChg>
        <pc:spChg chg="add mod">
          <ac:chgData name="da da" userId="5f9603f67ace0195" providerId="LiveId" clId="{8BC8D305-786A-4A0C-AE2A-63D3C3D46881}" dt="2026-02-07T02:52:05.307" v="9958" actId="207"/>
          <ac:spMkLst>
            <pc:docMk/>
            <pc:sldMk cId="2922500828" sldId="262"/>
            <ac:spMk id="90" creationId="{2416BF45-E700-62C1-0C14-63FEB2AF1C54}"/>
          </ac:spMkLst>
        </pc:spChg>
        <pc:spChg chg="add mod">
          <ac:chgData name="da da" userId="5f9603f67ace0195" providerId="LiveId" clId="{8BC8D305-786A-4A0C-AE2A-63D3C3D46881}" dt="2026-02-07T02:47:26.291" v="9624" actId="1076"/>
          <ac:spMkLst>
            <pc:docMk/>
            <pc:sldMk cId="2922500828" sldId="262"/>
            <ac:spMk id="91" creationId="{0E81C919-0F7B-B253-614D-DB2565EB2DDA}"/>
          </ac:spMkLst>
        </pc:spChg>
        <pc:spChg chg="add mod">
          <ac:chgData name="da da" userId="5f9603f67ace0195" providerId="LiveId" clId="{8BC8D305-786A-4A0C-AE2A-63D3C3D46881}" dt="2026-02-07T02:52:05.307" v="9958" actId="207"/>
          <ac:spMkLst>
            <pc:docMk/>
            <pc:sldMk cId="2922500828" sldId="262"/>
            <ac:spMk id="93" creationId="{B93FA40B-4DC4-2A30-052F-B6727ADA07C6}"/>
          </ac:spMkLst>
        </pc:spChg>
        <pc:spChg chg="add mod">
          <ac:chgData name="da da" userId="5f9603f67ace0195" providerId="LiveId" clId="{8BC8D305-786A-4A0C-AE2A-63D3C3D46881}" dt="2026-02-07T02:47:36.931" v="9630" actId="1076"/>
          <ac:spMkLst>
            <pc:docMk/>
            <pc:sldMk cId="2922500828" sldId="262"/>
            <ac:spMk id="94" creationId="{4BD36E3F-02B3-AE29-87A0-2816EFC5A20A}"/>
          </ac:spMkLst>
        </pc:spChg>
        <pc:spChg chg="add mod">
          <ac:chgData name="da da" userId="5f9603f67ace0195" providerId="LiveId" clId="{8BC8D305-786A-4A0C-AE2A-63D3C3D46881}" dt="2026-02-07T02:57:41.037" v="10031" actId="207"/>
          <ac:spMkLst>
            <pc:docMk/>
            <pc:sldMk cId="2922500828" sldId="262"/>
            <ac:spMk id="100" creationId="{25B663BD-021F-219B-AF27-620D23B46C6D}"/>
          </ac:spMkLst>
        </pc:spChg>
        <pc:spChg chg="add mod">
          <ac:chgData name="da da" userId="5f9603f67ace0195" providerId="LiveId" clId="{8BC8D305-786A-4A0C-AE2A-63D3C3D46881}" dt="2026-02-07T02:57:41.037" v="10031" actId="207"/>
          <ac:spMkLst>
            <pc:docMk/>
            <pc:sldMk cId="2922500828" sldId="262"/>
            <ac:spMk id="101" creationId="{497FBBBC-74C1-B817-1528-F52399DA07A5}"/>
          </ac:spMkLst>
        </pc:spChg>
        <pc:spChg chg="add mod">
          <ac:chgData name="da da" userId="5f9603f67ace0195" providerId="LiveId" clId="{8BC8D305-786A-4A0C-AE2A-63D3C3D46881}" dt="2026-02-07T02:57:41.037" v="10031" actId="207"/>
          <ac:spMkLst>
            <pc:docMk/>
            <pc:sldMk cId="2922500828" sldId="262"/>
            <ac:spMk id="102" creationId="{79CE46CE-0CAF-B5BC-2462-04A0370D1842}"/>
          </ac:spMkLst>
        </pc:spChg>
        <pc:spChg chg="add mod">
          <ac:chgData name="da da" userId="5f9603f67ace0195" providerId="LiveId" clId="{8BC8D305-786A-4A0C-AE2A-63D3C3D46881}" dt="2026-02-07T02:57:41.037" v="10031" actId="207"/>
          <ac:spMkLst>
            <pc:docMk/>
            <pc:sldMk cId="2922500828" sldId="262"/>
            <ac:spMk id="103" creationId="{C2F54F33-94F7-A2AF-6FE7-9AAA54470E34}"/>
          </ac:spMkLst>
        </pc:spChg>
        <pc:spChg chg="add mod">
          <ac:chgData name="da da" userId="5f9603f67ace0195" providerId="LiveId" clId="{8BC8D305-786A-4A0C-AE2A-63D3C3D46881}" dt="2026-02-07T02:57:41.037" v="10031" actId="207"/>
          <ac:spMkLst>
            <pc:docMk/>
            <pc:sldMk cId="2922500828" sldId="262"/>
            <ac:spMk id="104" creationId="{5BEA92E2-4876-EA0F-552D-E8D24F8ABDB6}"/>
          </ac:spMkLst>
        </pc:spChg>
        <pc:spChg chg="add mod">
          <ac:chgData name="da da" userId="5f9603f67ace0195" providerId="LiveId" clId="{8BC8D305-786A-4A0C-AE2A-63D3C3D46881}" dt="2026-02-07T02:57:10.925" v="10027" actId="207"/>
          <ac:spMkLst>
            <pc:docMk/>
            <pc:sldMk cId="2922500828" sldId="262"/>
            <ac:spMk id="124" creationId="{63B2AC92-B1C8-7F98-78D7-9F6254B99841}"/>
          </ac:spMkLst>
        </pc:spChg>
        <pc:spChg chg="add mod">
          <ac:chgData name="da da" userId="5f9603f67ace0195" providerId="LiveId" clId="{8BC8D305-786A-4A0C-AE2A-63D3C3D46881}" dt="2026-02-07T02:57:31.855" v="10030" actId="207"/>
          <ac:spMkLst>
            <pc:docMk/>
            <pc:sldMk cId="2922500828" sldId="262"/>
            <ac:spMk id="125" creationId="{114DA583-770A-DBDA-DADB-88B8F7C39B69}"/>
          </ac:spMkLst>
        </pc:spChg>
        <pc:spChg chg="add mod">
          <ac:chgData name="da da" userId="5f9603f67ace0195" providerId="LiveId" clId="{8BC8D305-786A-4A0C-AE2A-63D3C3D46881}" dt="2026-02-07T02:57:10.925" v="10027" actId="207"/>
          <ac:spMkLst>
            <pc:docMk/>
            <pc:sldMk cId="2922500828" sldId="262"/>
            <ac:spMk id="127" creationId="{CFEAFAA3-C36D-09DB-46B6-F89A56DBA833}"/>
          </ac:spMkLst>
        </pc:spChg>
        <pc:spChg chg="add mod">
          <ac:chgData name="da da" userId="5f9603f67ace0195" providerId="LiveId" clId="{8BC8D305-786A-4A0C-AE2A-63D3C3D46881}" dt="2026-02-07T02:57:31.855" v="10030" actId="207"/>
          <ac:spMkLst>
            <pc:docMk/>
            <pc:sldMk cId="2922500828" sldId="262"/>
            <ac:spMk id="128" creationId="{7327F266-5833-61D0-7995-9F57379CE2E8}"/>
          </ac:spMkLst>
        </pc:spChg>
        <pc:spChg chg="add mod">
          <ac:chgData name="da da" userId="5f9603f67ace0195" providerId="LiveId" clId="{8BC8D305-786A-4A0C-AE2A-63D3C3D46881}" dt="2026-02-07T02:57:10.925" v="10027" actId="207"/>
          <ac:spMkLst>
            <pc:docMk/>
            <pc:sldMk cId="2922500828" sldId="262"/>
            <ac:spMk id="130" creationId="{5341EE78-3AAE-411B-2869-7506DA6C8C34}"/>
          </ac:spMkLst>
        </pc:spChg>
        <pc:spChg chg="add mod">
          <ac:chgData name="da da" userId="5f9603f67ace0195" providerId="LiveId" clId="{8BC8D305-786A-4A0C-AE2A-63D3C3D46881}" dt="2026-02-07T02:57:31.855" v="10030" actId="207"/>
          <ac:spMkLst>
            <pc:docMk/>
            <pc:sldMk cId="2922500828" sldId="262"/>
            <ac:spMk id="131" creationId="{66819ED1-6B64-FEA1-E612-2B852316B851}"/>
          </ac:spMkLst>
        </pc:spChg>
        <pc:spChg chg="add mod">
          <ac:chgData name="da da" userId="5f9603f67ace0195" providerId="LiveId" clId="{8BC8D305-786A-4A0C-AE2A-63D3C3D46881}" dt="2026-02-07T02:57:10.925" v="10027" actId="207"/>
          <ac:spMkLst>
            <pc:docMk/>
            <pc:sldMk cId="2922500828" sldId="262"/>
            <ac:spMk id="133" creationId="{0DC3D5AC-2593-505E-56D0-C9B217F8220C}"/>
          </ac:spMkLst>
        </pc:spChg>
        <pc:spChg chg="add mod">
          <ac:chgData name="da da" userId="5f9603f67ace0195" providerId="LiveId" clId="{8BC8D305-786A-4A0C-AE2A-63D3C3D46881}" dt="2026-02-07T02:57:31.855" v="10030" actId="207"/>
          <ac:spMkLst>
            <pc:docMk/>
            <pc:sldMk cId="2922500828" sldId="262"/>
            <ac:spMk id="134" creationId="{C75618F2-2636-4EE6-B725-1A07A6490A5A}"/>
          </ac:spMkLst>
        </pc:spChg>
        <pc:spChg chg="add mod">
          <ac:chgData name="da da" userId="5f9603f67ace0195" providerId="LiveId" clId="{8BC8D305-786A-4A0C-AE2A-63D3C3D46881}" dt="2026-02-07T02:57:10.925" v="10027" actId="207"/>
          <ac:spMkLst>
            <pc:docMk/>
            <pc:sldMk cId="2922500828" sldId="262"/>
            <ac:spMk id="136" creationId="{6029F415-7B38-B1D6-ADAB-A73FDAE09FD9}"/>
          </ac:spMkLst>
        </pc:spChg>
        <pc:spChg chg="add mod">
          <ac:chgData name="da da" userId="5f9603f67ace0195" providerId="LiveId" clId="{8BC8D305-786A-4A0C-AE2A-63D3C3D46881}" dt="2026-02-07T02:53:45.417" v="9972" actId="1076"/>
          <ac:spMkLst>
            <pc:docMk/>
            <pc:sldMk cId="2922500828" sldId="262"/>
            <ac:spMk id="137" creationId="{E542A20A-927E-6624-909D-2C585928213F}"/>
          </ac:spMkLst>
        </pc:spChg>
        <pc:spChg chg="add mod">
          <ac:chgData name="da da" userId="5f9603f67ace0195" providerId="LiveId" clId="{8BC8D305-786A-4A0C-AE2A-63D3C3D46881}" dt="2026-02-07T02:56:27.169" v="10013" actId="1076"/>
          <ac:spMkLst>
            <pc:docMk/>
            <pc:sldMk cId="2922500828" sldId="262"/>
            <ac:spMk id="169" creationId="{D9EEB260-B091-DD9E-CA3C-0E5FD7A0DE31}"/>
          </ac:spMkLst>
        </pc:spChg>
        <pc:spChg chg="add mod">
          <ac:chgData name="da da" userId="5f9603f67ace0195" providerId="LiveId" clId="{8BC8D305-786A-4A0C-AE2A-63D3C3D46881}" dt="2026-02-07T02:56:35.205" v="10017" actId="1076"/>
          <ac:spMkLst>
            <pc:docMk/>
            <pc:sldMk cId="2922500828" sldId="262"/>
            <ac:spMk id="170" creationId="{C550FFD2-9E07-4525-65DE-0188BF8C42E4}"/>
          </ac:spMkLst>
        </pc:spChg>
        <pc:spChg chg="add mod">
          <ac:chgData name="da da" userId="5f9603f67ace0195" providerId="LiveId" clId="{8BC8D305-786A-4A0C-AE2A-63D3C3D46881}" dt="2026-02-07T02:56:53.964" v="10026" actId="1076"/>
          <ac:spMkLst>
            <pc:docMk/>
            <pc:sldMk cId="2922500828" sldId="262"/>
            <ac:spMk id="171" creationId="{B926DC88-E31A-16E3-54CE-FD6B72BC8055}"/>
          </ac:spMkLst>
        </pc:spChg>
        <pc:spChg chg="add mod">
          <ac:chgData name="da da" userId="5f9603f67ace0195" providerId="LiveId" clId="{8BC8D305-786A-4A0C-AE2A-63D3C3D46881}" dt="2026-02-07T02:56:44.738" v="10023" actId="1076"/>
          <ac:spMkLst>
            <pc:docMk/>
            <pc:sldMk cId="2922500828" sldId="262"/>
            <ac:spMk id="172" creationId="{013EE1D7-4824-0036-A6B8-5E17B1D42BB6}"/>
          </ac:spMkLst>
        </pc:spChg>
        <pc:spChg chg="add mod">
          <ac:chgData name="da da" userId="5f9603f67ace0195" providerId="LiveId" clId="{8BC8D305-786A-4A0C-AE2A-63D3C3D46881}" dt="2026-02-07T02:56:47.815" v="10024" actId="1076"/>
          <ac:spMkLst>
            <pc:docMk/>
            <pc:sldMk cId="2922500828" sldId="262"/>
            <ac:spMk id="173" creationId="{EAC0DF69-C7A5-E52B-1B15-EF006CD73BAF}"/>
          </ac:spMkLst>
        </pc:spChg>
        <pc:spChg chg="add del mod">
          <ac:chgData name="da da" userId="5f9603f67ace0195" providerId="LiveId" clId="{8BC8D305-786A-4A0C-AE2A-63D3C3D46881}" dt="2026-02-07T02:56:40.321" v="10022" actId="478"/>
          <ac:spMkLst>
            <pc:docMk/>
            <pc:sldMk cId="2922500828" sldId="262"/>
            <ac:spMk id="174" creationId="{4105E0D0-962B-D369-73C9-60889F3DB47E}"/>
          </ac:spMkLst>
        </pc:spChg>
        <pc:spChg chg="add mod">
          <ac:chgData name="da da" userId="5f9603f67ace0195" providerId="LiveId" clId="{8BC8D305-786A-4A0C-AE2A-63D3C3D46881}" dt="2026-02-07T02:57:57.452" v="10034"/>
          <ac:spMkLst>
            <pc:docMk/>
            <pc:sldMk cId="2922500828" sldId="262"/>
            <ac:spMk id="177" creationId="{91BA34D4-1357-B5C7-5C0C-9ED49C873430}"/>
          </ac:spMkLst>
        </pc:spChg>
        <pc:spChg chg="add mod">
          <ac:chgData name="da da" userId="5f9603f67ace0195" providerId="LiveId" clId="{8BC8D305-786A-4A0C-AE2A-63D3C3D46881}" dt="2026-02-07T02:57:57.452" v="10034"/>
          <ac:spMkLst>
            <pc:docMk/>
            <pc:sldMk cId="2922500828" sldId="262"/>
            <ac:spMk id="178" creationId="{D55228EC-475E-F68A-9D84-F0E1C4385564}"/>
          </ac:spMkLst>
        </pc:spChg>
        <pc:spChg chg="add mod">
          <ac:chgData name="da da" userId="5f9603f67ace0195" providerId="LiveId" clId="{8BC8D305-786A-4A0C-AE2A-63D3C3D46881}" dt="2026-02-07T02:57:57.452" v="10034"/>
          <ac:spMkLst>
            <pc:docMk/>
            <pc:sldMk cId="2922500828" sldId="262"/>
            <ac:spMk id="179" creationId="{E98CDDD3-81BF-429B-F056-CB9D171BED3B}"/>
          </ac:spMkLst>
        </pc:spChg>
        <pc:spChg chg="add mod">
          <ac:chgData name="da da" userId="5f9603f67ace0195" providerId="LiveId" clId="{8BC8D305-786A-4A0C-AE2A-63D3C3D46881}" dt="2026-02-07T02:57:57.452" v="10034"/>
          <ac:spMkLst>
            <pc:docMk/>
            <pc:sldMk cId="2922500828" sldId="262"/>
            <ac:spMk id="180" creationId="{F6ED00F2-3098-7D60-0CC0-8EC3D174BC8B}"/>
          </ac:spMkLst>
        </pc:spChg>
        <pc:spChg chg="add mod">
          <ac:chgData name="da da" userId="5f9603f67ace0195" providerId="LiveId" clId="{8BC8D305-786A-4A0C-AE2A-63D3C3D46881}" dt="2026-02-07T02:58:12.554" v="10036" actId="1076"/>
          <ac:spMkLst>
            <pc:docMk/>
            <pc:sldMk cId="2922500828" sldId="262"/>
            <ac:spMk id="181" creationId="{D1A844AD-CB22-276B-33C6-3FF881A4CCE0}"/>
          </ac:spMkLst>
        </pc:spChg>
        <pc:spChg chg="add mod">
          <ac:chgData name="da da" userId="5f9603f67ace0195" providerId="LiveId" clId="{8BC8D305-786A-4A0C-AE2A-63D3C3D46881}" dt="2026-02-07T02:58:12.554" v="10036" actId="1076"/>
          <ac:spMkLst>
            <pc:docMk/>
            <pc:sldMk cId="2922500828" sldId="262"/>
            <ac:spMk id="182" creationId="{4AF268C7-E2EC-1E54-DE98-EA6A1A7F2453}"/>
          </ac:spMkLst>
        </pc:spChg>
        <pc:spChg chg="add mod">
          <ac:chgData name="da da" userId="5f9603f67ace0195" providerId="LiveId" clId="{8BC8D305-786A-4A0C-AE2A-63D3C3D46881}" dt="2026-02-07T02:58:12.554" v="10036" actId="1076"/>
          <ac:spMkLst>
            <pc:docMk/>
            <pc:sldMk cId="2922500828" sldId="262"/>
            <ac:spMk id="183" creationId="{BA4D83D2-C02F-E76B-2C1D-E73D5BD75895}"/>
          </ac:spMkLst>
        </pc:spChg>
        <pc:spChg chg="add mod">
          <ac:chgData name="da da" userId="5f9603f67ace0195" providerId="LiveId" clId="{8BC8D305-786A-4A0C-AE2A-63D3C3D46881}" dt="2026-02-07T02:58:12.554" v="10036" actId="1076"/>
          <ac:spMkLst>
            <pc:docMk/>
            <pc:sldMk cId="2922500828" sldId="262"/>
            <ac:spMk id="184" creationId="{78394ACA-1D91-6B91-4D03-F5A413A6D120}"/>
          </ac:spMkLst>
        </pc:spChg>
        <pc:spChg chg="add mod">
          <ac:chgData name="da da" userId="5f9603f67ace0195" providerId="LiveId" clId="{8BC8D305-786A-4A0C-AE2A-63D3C3D46881}" dt="2026-02-07T02:58:12.554" v="10036" actId="1076"/>
          <ac:spMkLst>
            <pc:docMk/>
            <pc:sldMk cId="2922500828" sldId="262"/>
            <ac:spMk id="185" creationId="{2F6F43DF-4813-DF3B-BD64-DC50E0B71670}"/>
          </ac:spMkLst>
        </pc:spChg>
        <pc:spChg chg="add mod">
          <ac:chgData name="da da" userId="5f9603f67ace0195" providerId="LiveId" clId="{8BC8D305-786A-4A0C-AE2A-63D3C3D46881}" dt="2026-02-07T02:59:11.405" v="10053" actId="1076"/>
          <ac:spMkLst>
            <pc:docMk/>
            <pc:sldMk cId="2922500828" sldId="262"/>
            <ac:spMk id="196" creationId="{B6D99000-0759-B090-72B5-84931A531E22}"/>
          </ac:spMkLst>
        </pc:spChg>
        <pc:spChg chg="add del mod">
          <ac:chgData name="da da" userId="5f9603f67ace0195" providerId="LiveId" clId="{8BC8D305-786A-4A0C-AE2A-63D3C3D46881}" dt="2026-02-07T03:00:06.603" v="10068" actId="478"/>
          <ac:spMkLst>
            <pc:docMk/>
            <pc:sldMk cId="2922500828" sldId="262"/>
            <ac:spMk id="197" creationId="{085419D4-56CD-D132-D264-6BEAEA8F90ED}"/>
          </ac:spMkLst>
        </pc:spChg>
        <pc:spChg chg="add mod">
          <ac:chgData name="da da" userId="5f9603f67ace0195" providerId="LiveId" clId="{8BC8D305-786A-4A0C-AE2A-63D3C3D46881}" dt="2026-02-07T02:59:48.873" v="10057" actId="1076"/>
          <ac:spMkLst>
            <pc:docMk/>
            <pc:sldMk cId="2922500828" sldId="262"/>
            <ac:spMk id="198" creationId="{D6D0A926-2FAF-605F-DB8A-510D7347BDA2}"/>
          </ac:spMkLst>
        </pc:spChg>
        <pc:spChg chg="add mod">
          <ac:chgData name="da da" userId="5f9603f67ace0195" providerId="LiveId" clId="{8BC8D305-786A-4A0C-AE2A-63D3C3D46881}" dt="2026-02-07T02:59:48.873" v="10057" actId="1076"/>
          <ac:spMkLst>
            <pc:docMk/>
            <pc:sldMk cId="2922500828" sldId="262"/>
            <ac:spMk id="199" creationId="{438C9513-FD5F-895B-063F-70C7C0134727}"/>
          </ac:spMkLst>
        </pc:spChg>
        <pc:spChg chg="add mod">
          <ac:chgData name="da da" userId="5f9603f67ace0195" providerId="LiveId" clId="{8BC8D305-786A-4A0C-AE2A-63D3C3D46881}" dt="2026-02-07T02:59:48.873" v="10057" actId="1076"/>
          <ac:spMkLst>
            <pc:docMk/>
            <pc:sldMk cId="2922500828" sldId="262"/>
            <ac:spMk id="200" creationId="{9467A00B-D1CF-A19D-555F-86FB99C7DC18}"/>
          </ac:spMkLst>
        </pc:spChg>
        <pc:spChg chg="add mod">
          <ac:chgData name="da da" userId="5f9603f67ace0195" providerId="LiveId" clId="{8BC8D305-786A-4A0C-AE2A-63D3C3D46881}" dt="2026-02-07T02:59:48.873" v="10057" actId="1076"/>
          <ac:spMkLst>
            <pc:docMk/>
            <pc:sldMk cId="2922500828" sldId="262"/>
            <ac:spMk id="201" creationId="{715C801C-EF4B-CB84-5BD3-CCBE39CDFA5C}"/>
          </ac:spMkLst>
        </pc:spChg>
        <pc:spChg chg="add mod">
          <ac:chgData name="da da" userId="5f9603f67ace0195" providerId="LiveId" clId="{8BC8D305-786A-4A0C-AE2A-63D3C3D46881}" dt="2026-02-07T02:59:48.873" v="10057" actId="1076"/>
          <ac:spMkLst>
            <pc:docMk/>
            <pc:sldMk cId="2922500828" sldId="262"/>
            <ac:spMk id="202" creationId="{C94E3A1C-A734-DAF4-0946-08C2B7ED1AF4}"/>
          </ac:spMkLst>
        </pc:spChg>
        <pc:spChg chg="add mod">
          <ac:chgData name="da da" userId="5f9603f67ace0195" providerId="LiveId" clId="{8BC8D305-786A-4A0C-AE2A-63D3C3D46881}" dt="2026-02-07T03:00:01.613" v="10067" actId="20577"/>
          <ac:spMkLst>
            <pc:docMk/>
            <pc:sldMk cId="2922500828" sldId="262"/>
            <ac:spMk id="203" creationId="{1D21B289-48C0-4C62-0F10-5896C635D86A}"/>
          </ac:spMkLst>
        </pc:spChg>
        <pc:spChg chg="add del">
          <ac:chgData name="da da" userId="5f9603f67ace0195" providerId="LiveId" clId="{8BC8D305-786A-4A0C-AE2A-63D3C3D46881}" dt="2026-02-07T03:00:27.431" v="10073" actId="11529"/>
          <ac:spMkLst>
            <pc:docMk/>
            <pc:sldMk cId="2922500828" sldId="262"/>
            <ac:spMk id="210" creationId="{FCF4DDA7-53C8-9B2A-65D5-596B54AA94B7}"/>
          </ac:spMkLst>
        </pc:spChg>
        <pc:spChg chg="add mod">
          <ac:chgData name="da da" userId="5f9603f67ace0195" providerId="LiveId" clId="{8BC8D305-786A-4A0C-AE2A-63D3C3D46881}" dt="2026-02-07T03:01:07.796" v="10081" actId="1076"/>
          <ac:spMkLst>
            <pc:docMk/>
            <pc:sldMk cId="2922500828" sldId="262"/>
            <ac:spMk id="223" creationId="{193115ED-FAE2-4AA5-0C8F-2C3286100E95}"/>
          </ac:spMkLst>
        </pc:spChg>
        <pc:spChg chg="add mod">
          <ac:chgData name="da da" userId="5f9603f67ace0195" providerId="LiveId" clId="{8BC8D305-786A-4A0C-AE2A-63D3C3D46881}" dt="2026-02-07T03:01:24.900" v="10100" actId="1076"/>
          <ac:spMkLst>
            <pc:docMk/>
            <pc:sldMk cId="2922500828" sldId="262"/>
            <ac:spMk id="225" creationId="{309B87F3-A477-76F5-B1C5-11139DD928D1}"/>
          </ac:spMkLst>
        </pc:spChg>
        <pc:spChg chg="add mod">
          <ac:chgData name="da da" userId="5f9603f67ace0195" providerId="LiveId" clId="{8BC8D305-786A-4A0C-AE2A-63D3C3D46881}" dt="2026-02-07T03:01:37.975" v="10102" actId="1076"/>
          <ac:spMkLst>
            <pc:docMk/>
            <pc:sldMk cId="2922500828" sldId="262"/>
            <ac:spMk id="226" creationId="{399CF0A4-2C6C-FC55-F16A-CAB5E146D606}"/>
          </ac:spMkLst>
        </pc:spChg>
        <pc:spChg chg="add del mod">
          <ac:chgData name="da da" userId="5f9603f67ace0195" providerId="LiveId" clId="{8BC8D305-786A-4A0C-AE2A-63D3C3D46881}" dt="2026-02-07T03:01:44.506" v="10104" actId="21"/>
          <ac:spMkLst>
            <pc:docMk/>
            <pc:sldMk cId="2922500828" sldId="262"/>
            <ac:spMk id="227" creationId="{01A28770-6601-45A1-33E1-F35FD8C51797}"/>
          </ac:spMkLst>
        </pc:spChg>
        <pc:spChg chg="add mod">
          <ac:chgData name="da da" userId="5f9603f67ace0195" providerId="LiveId" clId="{8BC8D305-786A-4A0C-AE2A-63D3C3D46881}" dt="2026-02-07T03:02:00.191" v="10114" actId="1076"/>
          <ac:spMkLst>
            <pc:docMk/>
            <pc:sldMk cId="2922500828" sldId="262"/>
            <ac:spMk id="228" creationId="{1B304258-2E00-2C8E-6900-ACDF4506DC56}"/>
          </ac:spMkLst>
        </pc:spChg>
        <pc:cxnChg chg="add">
          <ac:chgData name="da da" userId="5f9603f67ace0195" providerId="LiveId" clId="{8BC8D305-786A-4A0C-AE2A-63D3C3D46881}" dt="2026-02-07T02:39:40.239" v="9139" actId="11529"/>
          <ac:cxnSpMkLst>
            <pc:docMk/>
            <pc:sldMk cId="2922500828" sldId="262"/>
            <ac:cxnSpMk id="28" creationId="{8FB1737F-6057-819C-FC4D-B5B18B4C909C}"/>
          </ac:cxnSpMkLst>
        </pc:cxnChg>
        <pc:cxnChg chg="add del mod">
          <ac:chgData name="da da" userId="5f9603f67ace0195" providerId="LiveId" clId="{8BC8D305-786A-4A0C-AE2A-63D3C3D46881}" dt="2026-02-07T02:43:07.222" v="9572" actId="478"/>
          <ac:cxnSpMkLst>
            <pc:docMk/>
            <pc:sldMk cId="2922500828" sldId="262"/>
            <ac:cxnSpMk id="30" creationId="{18035EE1-D1C0-8AEF-5C09-9CD5F8893EE1}"/>
          </ac:cxnSpMkLst>
        </pc:cxnChg>
        <pc:cxnChg chg="add">
          <ac:chgData name="da da" userId="5f9603f67ace0195" providerId="LiveId" clId="{8BC8D305-786A-4A0C-AE2A-63D3C3D46881}" dt="2026-02-07T02:39:59.686" v="9142" actId="11529"/>
          <ac:cxnSpMkLst>
            <pc:docMk/>
            <pc:sldMk cId="2922500828" sldId="262"/>
            <ac:cxnSpMk id="32" creationId="{EC356F74-E2FF-1A75-EDB2-6174DBCE86C1}"/>
          </ac:cxnSpMkLst>
        </pc:cxnChg>
        <pc:cxnChg chg="add del mod">
          <ac:chgData name="da da" userId="5f9603f67ace0195" providerId="LiveId" clId="{8BC8D305-786A-4A0C-AE2A-63D3C3D46881}" dt="2026-02-07T02:43:09.865" v="9573" actId="478"/>
          <ac:cxnSpMkLst>
            <pc:docMk/>
            <pc:sldMk cId="2922500828" sldId="262"/>
            <ac:cxnSpMk id="34" creationId="{42F57CA3-59FC-D9A6-C334-9A0E40664E83}"/>
          </ac:cxnSpMkLst>
        </pc:cxnChg>
        <pc:cxnChg chg="add">
          <ac:chgData name="da da" userId="5f9603f67ace0195" providerId="LiveId" clId="{8BC8D305-786A-4A0C-AE2A-63D3C3D46881}" dt="2026-02-07T02:40:06.787" v="9144" actId="11529"/>
          <ac:cxnSpMkLst>
            <pc:docMk/>
            <pc:sldMk cId="2922500828" sldId="262"/>
            <ac:cxnSpMk id="36" creationId="{3C173ACA-9205-3025-BFFD-78B0AA8FA723}"/>
          </ac:cxnSpMkLst>
        </pc:cxnChg>
        <pc:cxnChg chg="add del mod">
          <ac:chgData name="da da" userId="5f9603f67ace0195" providerId="LiveId" clId="{8BC8D305-786A-4A0C-AE2A-63D3C3D46881}" dt="2026-02-07T02:43:13.454" v="9574" actId="478"/>
          <ac:cxnSpMkLst>
            <pc:docMk/>
            <pc:sldMk cId="2922500828" sldId="262"/>
            <ac:cxnSpMk id="38" creationId="{CE55F96C-76C3-F210-4438-93610A01AE35}"/>
          </ac:cxnSpMkLst>
        </pc:cxnChg>
        <pc:cxnChg chg="add">
          <ac:chgData name="da da" userId="5f9603f67ace0195" providerId="LiveId" clId="{8BC8D305-786A-4A0C-AE2A-63D3C3D46881}" dt="2026-02-07T02:40:14.142" v="9146" actId="11529"/>
          <ac:cxnSpMkLst>
            <pc:docMk/>
            <pc:sldMk cId="2922500828" sldId="262"/>
            <ac:cxnSpMk id="40" creationId="{7425CD46-9F97-6F9F-2497-F830B61D891D}"/>
          </ac:cxnSpMkLst>
        </pc:cxnChg>
        <pc:cxnChg chg="add del mod">
          <ac:chgData name="da da" userId="5f9603f67ace0195" providerId="LiveId" clId="{8BC8D305-786A-4A0C-AE2A-63D3C3D46881}" dt="2026-02-07T02:43:15.822" v="9575" actId="478"/>
          <ac:cxnSpMkLst>
            <pc:docMk/>
            <pc:sldMk cId="2922500828" sldId="262"/>
            <ac:cxnSpMk id="42" creationId="{7AB7D22F-7AE8-3695-59D8-218756596B87}"/>
          </ac:cxnSpMkLst>
        </pc:cxnChg>
        <pc:cxnChg chg="add">
          <ac:chgData name="da da" userId="5f9603f67ace0195" providerId="LiveId" clId="{8BC8D305-786A-4A0C-AE2A-63D3C3D46881}" dt="2026-02-07T02:40:20.802" v="9148" actId="11529"/>
          <ac:cxnSpMkLst>
            <pc:docMk/>
            <pc:sldMk cId="2922500828" sldId="262"/>
            <ac:cxnSpMk id="44" creationId="{B63E6D36-F857-3EAB-19C5-AFA144566893}"/>
          </ac:cxnSpMkLst>
        </pc:cxnChg>
        <pc:cxnChg chg="add mod">
          <ac:chgData name="da da" userId="5f9603f67ace0195" providerId="LiveId" clId="{8BC8D305-786A-4A0C-AE2A-63D3C3D46881}" dt="2026-02-07T02:52:23.880" v="9960" actId="1076"/>
          <ac:cxnSpMkLst>
            <pc:docMk/>
            <pc:sldMk cId="2922500828" sldId="262"/>
            <ac:cxnSpMk id="56" creationId="{27566185-49D9-8746-F860-DA07A87EDCC3}"/>
          </ac:cxnSpMkLst>
        </pc:cxnChg>
        <pc:cxnChg chg="add mod">
          <ac:chgData name="da da" userId="5f9603f67ace0195" providerId="LiveId" clId="{8BC8D305-786A-4A0C-AE2A-63D3C3D46881}" dt="2026-02-07T02:52:23.880" v="9960" actId="1076"/>
          <ac:cxnSpMkLst>
            <pc:docMk/>
            <pc:sldMk cId="2922500828" sldId="262"/>
            <ac:cxnSpMk id="58" creationId="{55D5F9DA-C888-EAF4-09F0-BB6F232884F0}"/>
          </ac:cxnSpMkLst>
        </pc:cxnChg>
        <pc:cxnChg chg="add mod">
          <ac:chgData name="da da" userId="5f9603f67ace0195" providerId="LiveId" clId="{8BC8D305-786A-4A0C-AE2A-63D3C3D46881}" dt="2026-02-07T02:52:23.880" v="9960" actId="1076"/>
          <ac:cxnSpMkLst>
            <pc:docMk/>
            <pc:sldMk cId="2922500828" sldId="262"/>
            <ac:cxnSpMk id="60" creationId="{7A20BE49-2763-22AE-EAE6-EBD3956BA681}"/>
          </ac:cxnSpMkLst>
        </pc:cxnChg>
        <pc:cxnChg chg="add">
          <ac:chgData name="da da" userId="5f9603f67ace0195" providerId="LiveId" clId="{8BC8D305-786A-4A0C-AE2A-63D3C3D46881}" dt="2026-02-07T02:44:10.472" v="9583" actId="11529"/>
          <ac:cxnSpMkLst>
            <pc:docMk/>
            <pc:sldMk cId="2922500828" sldId="262"/>
            <ac:cxnSpMk id="62" creationId="{9C7C7215-8BA0-F288-E75C-F63636B4EE4D}"/>
          </ac:cxnSpMkLst>
        </pc:cxnChg>
        <pc:cxnChg chg="add">
          <ac:chgData name="da da" userId="5f9603f67ace0195" providerId="LiveId" clId="{8BC8D305-786A-4A0C-AE2A-63D3C3D46881}" dt="2026-02-07T02:44:13.652" v="9584" actId="11529"/>
          <ac:cxnSpMkLst>
            <pc:docMk/>
            <pc:sldMk cId="2922500828" sldId="262"/>
            <ac:cxnSpMk id="64" creationId="{F30CCC4E-F8BA-631B-83CC-1123366B0AEB}"/>
          </ac:cxnSpMkLst>
        </pc:cxnChg>
        <pc:cxnChg chg="add del mod">
          <ac:chgData name="da da" userId="5f9603f67ace0195" providerId="LiveId" clId="{8BC8D305-786A-4A0C-AE2A-63D3C3D46881}" dt="2026-02-07T02:45:15.835" v="9601" actId="478"/>
          <ac:cxnSpMkLst>
            <pc:docMk/>
            <pc:sldMk cId="2922500828" sldId="262"/>
            <ac:cxnSpMk id="67" creationId="{400DFD76-A5ED-7301-F035-90AD3A824E3E}"/>
          </ac:cxnSpMkLst>
        </pc:cxnChg>
        <pc:cxnChg chg="add del mod">
          <ac:chgData name="da da" userId="5f9603f67ace0195" providerId="LiveId" clId="{8BC8D305-786A-4A0C-AE2A-63D3C3D46881}" dt="2026-02-07T02:45:38.323" v="9604" actId="478"/>
          <ac:cxnSpMkLst>
            <pc:docMk/>
            <pc:sldMk cId="2922500828" sldId="262"/>
            <ac:cxnSpMk id="69" creationId="{38A5DAA6-C273-65D5-571A-C572167DBAB1}"/>
          </ac:cxnSpMkLst>
        </pc:cxnChg>
        <pc:cxnChg chg="add del mod">
          <ac:chgData name="da da" userId="5f9603f67ace0195" providerId="LiveId" clId="{8BC8D305-786A-4A0C-AE2A-63D3C3D46881}" dt="2026-02-07T02:47:10.478" v="9619" actId="478"/>
          <ac:cxnSpMkLst>
            <pc:docMk/>
            <pc:sldMk cId="2922500828" sldId="262"/>
            <ac:cxnSpMk id="77" creationId="{5720285E-332B-F475-E6ED-0604BE7D1F45}"/>
          </ac:cxnSpMkLst>
        </pc:cxnChg>
        <pc:cxnChg chg="add mod">
          <ac:chgData name="da da" userId="5f9603f67ace0195" providerId="LiveId" clId="{8BC8D305-786A-4A0C-AE2A-63D3C3D46881}" dt="2026-02-07T02:46:49.069" v="9613" actId="1076"/>
          <ac:cxnSpMkLst>
            <pc:docMk/>
            <pc:sldMk cId="2922500828" sldId="262"/>
            <ac:cxnSpMk id="81" creationId="{E3499A2C-CEB9-9B97-54C2-0689E0C8B486}"/>
          </ac:cxnSpMkLst>
        </pc:cxnChg>
        <pc:cxnChg chg="add mod">
          <ac:chgData name="da da" userId="5f9603f67ace0195" providerId="LiveId" clId="{8BC8D305-786A-4A0C-AE2A-63D3C3D46881}" dt="2026-02-07T02:47:06.814" v="9618" actId="1076"/>
          <ac:cxnSpMkLst>
            <pc:docMk/>
            <pc:sldMk cId="2922500828" sldId="262"/>
            <ac:cxnSpMk id="86" creationId="{57BB79D3-5A46-46D5-336C-7406A9FC3BF1}"/>
          </ac:cxnSpMkLst>
        </pc:cxnChg>
        <pc:cxnChg chg="add mod">
          <ac:chgData name="da da" userId="5f9603f67ace0195" providerId="LiveId" clId="{8BC8D305-786A-4A0C-AE2A-63D3C3D46881}" dt="2026-02-07T02:47:47.170" v="9633" actId="1076"/>
          <ac:cxnSpMkLst>
            <pc:docMk/>
            <pc:sldMk cId="2922500828" sldId="262"/>
            <ac:cxnSpMk id="89" creationId="{F617CD0F-8CF6-D23E-0927-A332952E6B79}"/>
          </ac:cxnSpMkLst>
        </pc:cxnChg>
        <pc:cxnChg chg="add mod">
          <ac:chgData name="da da" userId="5f9603f67ace0195" providerId="LiveId" clId="{8BC8D305-786A-4A0C-AE2A-63D3C3D46881}" dt="2026-02-07T02:47:26.291" v="9624" actId="1076"/>
          <ac:cxnSpMkLst>
            <pc:docMk/>
            <pc:sldMk cId="2922500828" sldId="262"/>
            <ac:cxnSpMk id="92" creationId="{833BD34E-7CDB-C862-498C-723E1A5A5141}"/>
          </ac:cxnSpMkLst>
        </pc:cxnChg>
        <pc:cxnChg chg="add mod">
          <ac:chgData name="da da" userId="5f9603f67ace0195" providerId="LiveId" clId="{8BC8D305-786A-4A0C-AE2A-63D3C3D46881}" dt="2026-02-07T02:47:36.931" v="9630" actId="1076"/>
          <ac:cxnSpMkLst>
            <pc:docMk/>
            <pc:sldMk cId="2922500828" sldId="262"/>
            <ac:cxnSpMk id="95" creationId="{75D7DA9C-7EC8-6DA3-AE06-E93B148A09ED}"/>
          </ac:cxnSpMkLst>
        </pc:cxnChg>
        <pc:cxnChg chg="add del mod">
          <ac:chgData name="da da" userId="5f9603f67ace0195" providerId="LiveId" clId="{8BC8D305-786A-4A0C-AE2A-63D3C3D46881}" dt="2026-02-07T02:54:04.818" v="9975" actId="478"/>
          <ac:cxnSpMkLst>
            <pc:docMk/>
            <pc:sldMk cId="2922500828" sldId="262"/>
            <ac:cxnSpMk id="106" creationId="{F6F08049-7F57-72EC-8AB2-85EC7A5A1C21}"/>
          </ac:cxnSpMkLst>
        </pc:cxnChg>
        <pc:cxnChg chg="add del mod">
          <ac:chgData name="da da" userId="5f9603f67ace0195" providerId="LiveId" clId="{8BC8D305-786A-4A0C-AE2A-63D3C3D46881}" dt="2026-02-07T02:54:04.818" v="9975" actId="478"/>
          <ac:cxnSpMkLst>
            <pc:docMk/>
            <pc:sldMk cId="2922500828" sldId="262"/>
            <ac:cxnSpMk id="108" creationId="{2D8D5280-36A0-5328-14B7-3A3219E8D269}"/>
          </ac:cxnSpMkLst>
        </pc:cxnChg>
        <pc:cxnChg chg="add del mod">
          <ac:chgData name="da da" userId="5f9603f67ace0195" providerId="LiveId" clId="{8BC8D305-786A-4A0C-AE2A-63D3C3D46881}" dt="2026-02-07T02:54:04.818" v="9975" actId="478"/>
          <ac:cxnSpMkLst>
            <pc:docMk/>
            <pc:sldMk cId="2922500828" sldId="262"/>
            <ac:cxnSpMk id="110" creationId="{26C13F7E-82E7-9EBE-6964-C5AE6FA610FE}"/>
          </ac:cxnSpMkLst>
        </pc:cxnChg>
        <pc:cxnChg chg="add del mod">
          <ac:chgData name="da da" userId="5f9603f67ace0195" providerId="LiveId" clId="{8BC8D305-786A-4A0C-AE2A-63D3C3D46881}" dt="2026-02-07T02:54:04.818" v="9975" actId="478"/>
          <ac:cxnSpMkLst>
            <pc:docMk/>
            <pc:sldMk cId="2922500828" sldId="262"/>
            <ac:cxnSpMk id="112" creationId="{9E34C310-3AEA-31F0-F7CF-928ED290B826}"/>
          </ac:cxnSpMkLst>
        </pc:cxnChg>
        <pc:cxnChg chg="add del mod">
          <ac:chgData name="da da" userId="5f9603f67ace0195" providerId="LiveId" clId="{8BC8D305-786A-4A0C-AE2A-63D3C3D46881}" dt="2026-02-07T02:54:04.818" v="9975" actId="478"/>
          <ac:cxnSpMkLst>
            <pc:docMk/>
            <pc:sldMk cId="2922500828" sldId="262"/>
            <ac:cxnSpMk id="114" creationId="{8AB7D1CC-312E-A794-655E-59058A8A093A}"/>
          </ac:cxnSpMkLst>
        </pc:cxnChg>
        <pc:cxnChg chg="del">
          <ac:chgData name="da da" userId="5f9603f67ace0195" providerId="LiveId" clId="{8BC8D305-786A-4A0C-AE2A-63D3C3D46881}" dt="2026-02-07T02:53:49.460" v="9973" actId="478"/>
          <ac:cxnSpMkLst>
            <pc:docMk/>
            <pc:sldMk cId="2922500828" sldId="262"/>
            <ac:cxnSpMk id="139" creationId="{FB23DF28-C04D-0FE7-A3BD-3BEA6C513CC5}"/>
          </ac:cxnSpMkLst>
        </pc:cxnChg>
        <pc:cxnChg chg="add del mod">
          <ac:chgData name="da da" userId="5f9603f67ace0195" providerId="LiveId" clId="{8BC8D305-786A-4A0C-AE2A-63D3C3D46881}" dt="2026-02-07T02:54:43.583" v="9989" actId="11529"/>
          <ac:cxnSpMkLst>
            <pc:docMk/>
            <pc:sldMk cId="2922500828" sldId="262"/>
            <ac:cxnSpMk id="141" creationId="{96931E91-66D2-610E-8DB9-9F49811F53C6}"/>
          </ac:cxnSpMkLst>
        </pc:cxnChg>
        <pc:cxnChg chg="add mod">
          <ac:chgData name="da da" userId="5f9603f67ace0195" providerId="LiveId" clId="{8BC8D305-786A-4A0C-AE2A-63D3C3D46881}" dt="2026-02-07T02:54:42.428" v="9988" actId="1076"/>
          <ac:cxnSpMkLst>
            <pc:docMk/>
            <pc:sldMk cId="2922500828" sldId="262"/>
            <ac:cxnSpMk id="142" creationId="{41F2CBFE-D1C0-89A8-EB17-C2C5C2E3BED5}"/>
          </ac:cxnSpMkLst>
        </pc:cxnChg>
        <pc:cxnChg chg="add mod">
          <ac:chgData name="da da" userId="5f9603f67ace0195" providerId="LiveId" clId="{8BC8D305-786A-4A0C-AE2A-63D3C3D46881}" dt="2026-02-07T02:54:41.226" v="9987" actId="1076"/>
          <ac:cxnSpMkLst>
            <pc:docMk/>
            <pc:sldMk cId="2922500828" sldId="262"/>
            <ac:cxnSpMk id="143" creationId="{8F11E718-B9DC-4419-ECE8-3496A7B9E292}"/>
          </ac:cxnSpMkLst>
        </pc:cxnChg>
        <pc:cxnChg chg="add">
          <ac:chgData name="da da" userId="5f9603f67ace0195" providerId="LiveId" clId="{8BC8D305-786A-4A0C-AE2A-63D3C3D46881}" dt="2026-02-07T02:54:59.711" v="9990" actId="11529"/>
          <ac:cxnSpMkLst>
            <pc:docMk/>
            <pc:sldMk cId="2922500828" sldId="262"/>
            <ac:cxnSpMk id="147" creationId="{48F64AA8-01F2-31D8-F557-A84AF671F527}"/>
          </ac:cxnSpMkLst>
        </pc:cxnChg>
        <pc:cxnChg chg="add">
          <ac:chgData name="da da" userId="5f9603f67ace0195" providerId="LiveId" clId="{8BC8D305-786A-4A0C-AE2A-63D3C3D46881}" dt="2026-02-07T02:55:04.519" v="9991" actId="11529"/>
          <ac:cxnSpMkLst>
            <pc:docMk/>
            <pc:sldMk cId="2922500828" sldId="262"/>
            <ac:cxnSpMk id="149" creationId="{AB68ABE4-24D8-D732-E84B-5BC4327E7315}"/>
          </ac:cxnSpMkLst>
        </pc:cxnChg>
        <pc:cxnChg chg="add">
          <ac:chgData name="da da" userId="5f9603f67ace0195" providerId="LiveId" clId="{8BC8D305-786A-4A0C-AE2A-63D3C3D46881}" dt="2026-02-07T02:55:08.856" v="9992" actId="11529"/>
          <ac:cxnSpMkLst>
            <pc:docMk/>
            <pc:sldMk cId="2922500828" sldId="262"/>
            <ac:cxnSpMk id="151" creationId="{8DC21B41-8DE1-0636-7B6C-666936CDE051}"/>
          </ac:cxnSpMkLst>
        </pc:cxnChg>
        <pc:cxnChg chg="add">
          <ac:chgData name="da da" userId="5f9603f67ace0195" providerId="LiveId" clId="{8BC8D305-786A-4A0C-AE2A-63D3C3D46881}" dt="2026-02-07T02:55:13.318" v="9993" actId="11529"/>
          <ac:cxnSpMkLst>
            <pc:docMk/>
            <pc:sldMk cId="2922500828" sldId="262"/>
            <ac:cxnSpMk id="153" creationId="{BDD22F75-CE45-F596-D8DD-CC0C2999E572}"/>
          </ac:cxnSpMkLst>
        </pc:cxnChg>
        <pc:cxnChg chg="add">
          <ac:chgData name="da da" userId="5f9603f67ace0195" providerId="LiveId" clId="{8BC8D305-786A-4A0C-AE2A-63D3C3D46881}" dt="2026-02-07T02:55:17.058" v="9994" actId="11529"/>
          <ac:cxnSpMkLst>
            <pc:docMk/>
            <pc:sldMk cId="2922500828" sldId="262"/>
            <ac:cxnSpMk id="155" creationId="{DD4B0C1E-90E4-50F6-8944-C5AE9E26050A}"/>
          </ac:cxnSpMkLst>
        </pc:cxnChg>
        <pc:cxnChg chg="add mod">
          <ac:chgData name="da da" userId="5f9603f67ace0195" providerId="LiveId" clId="{8BC8D305-786A-4A0C-AE2A-63D3C3D46881}" dt="2026-02-07T02:55:26.019" v="9996" actId="14100"/>
          <ac:cxnSpMkLst>
            <pc:docMk/>
            <pc:sldMk cId="2922500828" sldId="262"/>
            <ac:cxnSpMk id="157" creationId="{68B33D66-908C-0514-F084-EDA697B5AA23}"/>
          </ac:cxnSpMkLst>
        </pc:cxnChg>
        <pc:cxnChg chg="add mod">
          <ac:chgData name="da da" userId="5f9603f67ace0195" providerId="LiveId" clId="{8BC8D305-786A-4A0C-AE2A-63D3C3D46881}" dt="2026-02-07T02:55:36.558" v="9999" actId="14100"/>
          <ac:cxnSpMkLst>
            <pc:docMk/>
            <pc:sldMk cId="2922500828" sldId="262"/>
            <ac:cxnSpMk id="160" creationId="{A2564F12-13F3-AD7E-7D63-FAA81240935B}"/>
          </ac:cxnSpMkLst>
        </pc:cxnChg>
        <pc:cxnChg chg="add">
          <ac:chgData name="da da" userId="5f9603f67ace0195" providerId="LiveId" clId="{8BC8D305-786A-4A0C-AE2A-63D3C3D46881}" dt="2026-02-07T02:55:47.547" v="10000" actId="11529"/>
          <ac:cxnSpMkLst>
            <pc:docMk/>
            <pc:sldMk cId="2922500828" sldId="262"/>
            <ac:cxnSpMk id="164" creationId="{1B917CF3-5475-93D6-3DEC-D37D23379DC4}"/>
          </ac:cxnSpMkLst>
        </pc:cxnChg>
        <pc:cxnChg chg="add">
          <ac:chgData name="da da" userId="5f9603f67ace0195" providerId="LiveId" clId="{8BC8D305-786A-4A0C-AE2A-63D3C3D46881}" dt="2026-02-07T02:55:51.844" v="10001" actId="11529"/>
          <ac:cxnSpMkLst>
            <pc:docMk/>
            <pc:sldMk cId="2922500828" sldId="262"/>
            <ac:cxnSpMk id="166" creationId="{17FF2606-8B0A-9318-A4BB-88933A86B006}"/>
          </ac:cxnSpMkLst>
        </pc:cxnChg>
        <pc:cxnChg chg="add">
          <ac:chgData name="da da" userId="5f9603f67ace0195" providerId="LiveId" clId="{8BC8D305-786A-4A0C-AE2A-63D3C3D46881}" dt="2026-02-07T02:56:00.103" v="10002" actId="11529"/>
          <ac:cxnSpMkLst>
            <pc:docMk/>
            <pc:sldMk cId="2922500828" sldId="262"/>
            <ac:cxnSpMk id="168" creationId="{468AD95D-9458-3E0C-3435-51C32A6B4A2A}"/>
          </ac:cxnSpMkLst>
        </pc:cxnChg>
        <pc:cxnChg chg="add del">
          <ac:chgData name="da da" userId="5f9603f67ace0195" providerId="LiveId" clId="{8BC8D305-786A-4A0C-AE2A-63D3C3D46881}" dt="2026-02-07T02:57:51.412" v="10033" actId="478"/>
          <ac:cxnSpMkLst>
            <pc:docMk/>
            <pc:sldMk cId="2922500828" sldId="262"/>
            <ac:cxnSpMk id="176" creationId="{3FDDA023-0010-7D1D-249E-C54D792E63F6}"/>
          </ac:cxnSpMkLst>
        </pc:cxnChg>
        <pc:cxnChg chg="add">
          <ac:chgData name="da da" userId="5f9603f67ace0195" providerId="LiveId" clId="{8BC8D305-786A-4A0C-AE2A-63D3C3D46881}" dt="2026-02-07T02:58:17.579" v="10037" actId="11529"/>
          <ac:cxnSpMkLst>
            <pc:docMk/>
            <pc:sldMk cId="2922500828" sldId="262"/>
            <ac:cxnSpMk id="187" creationId="{631C6833-1C50-1B33-D9EC-18B09C431B6F}"/>
          </ac:cxnSpMkLst>
        </pc:cxnChg>
        <pc:cxnChg chg="add">
          <ac:chgData name="da da" userId="5f9603f67ace0195" providerId="LiveId" clId="{8BC8D305-786A-4A0C-AE2A-63D3C3D46881}" dt="2026-02-07T02:58:21.091" v="10038" actId="11529"/>
          <ac:cxnSpMkLst>
            <pc:docMk/>
            <pc:sldMk cId="2922500828" sldId="262"/>
            <ac:cxnSpMk id="189" creationId="{8927A0D2-3478-C21E-1C94-7584E502F4A1}"/>
          </ac:cxnSpMkLst>
        </pc:cxnChg>
        <pc:cxnChg chg="add">
          <ac:chgData name="da da" userId="5f9603f67ace0195" providerId="LiveId" clId="{8BC8D305-786A-4A0C-AE2A-63D3C3D46881}" dt="2026-02-07T02:58:25.274" v="10039" actId="11529"/>
          <ac:cxnSpMkLst>
            <pc:docMk/>
            <pc:sldMk cId="2922500828" sldId="262"/>
            <ac:cxnSpMk id="191" creationId="{2BE64D28-F0BE-BAE7-BAD4-6D4742EF4077}"/>
          </ac:cxnSpMkLst>
        </pc:cxnChg>
        <pc:cxnChg chg="add">
          <ac:chgData name="da da" userId="5f9603f67ace0195" providerId="LiveId" clId="{8BC8D305-786A-4A0C-AE2A-63D3C3D46881}" dt="2026-02-07T02:58:30.009" v="10040" actId="11529"/>
          <ac:cxnSpMkLst>
            <pc:docMk/>
            <pc:sldMk cId="2922500828" sldId="262"/>
            <ac:cxnSpMk id="193" creationId="{594405FD-173D-E6B7-7230-7D169DD9CC5D}"/>
          </ac:cxnSpMkLst>
        </pc:cxnChg>
        <pc:cxnChg chg="add">
          <ac:chgData name="da da" userId="5f9603f67ace0195" providerId="LiveId" clId="{8BC8D305-786A-4A0C-AE2A-63D3C3D46881}" dt="2026-02-07T02:58:32.904" v="10041" actId="11529"/>
          <ac:cxnSpMkLst>
            <pc:docMk/>
            <pc:sldMk cId="2922500828" sldId="262"/>
            <ac:cxnSpMk id="195" creationId="{44BE42C6-2700-1ED3-55EC-904BBFAB5BE6}"/>
          </ac:cxnSpMkLst>
        </pc:cxnChg>
        <pc:cxnChg chg="add">
          <ac:chgData name="da da" userId="5f9603f67ace0195" providerId="LiveId" clId="{8BC8D305-786A-4A0C-AE2A-63D3C3D46881}" dt="2026-02-07T03:00:16.211" v="10069" actId="11529"/>
          <ac:cxnSpMkLst>
            <pc:docMk/>
            <pc:sldMk cId="2922500828" sldId="262"/>
            <ac:cxnSpMk id="205" creationId="{46FAF6AB-C48A-51F4-876D-9E0B41C49ACB}"/>
          </ac:cxnSpMkLst>
        </pc:cxnChg>
        <pc:cxnChg chg="add">
          <ac:chgData name="da da" userId="5f9603f67ace0195" providerId="LiveId" clId="{8BC8D305-786A-4A0C-AE2A-63D3C3D46881}" dt="2026-02-07T03:00:19.880" v="10070" actId="11529"/>
          <ac:cxnSpMkLst>
            <pc:docMk/>
            <pc:sldMk cId="2922500828" sldId="262"/>
            <ac:cxnSpMk id="207" creationId="{33B29988-EE7F-5214-B9B9-B0AD1EBD37A6}"/>
          </ac:cxnSpMkLst>
        </pc:cxnChg>
        <pc:cxnChg chg="add">
          <ac:chgData name="da da" userId="5f9603f67ace0195" providerId="LiveId" clId="{8BC8D305-786A-4A0C-AE2A-63D3C3D46881}" dt="2026-02-07T03:00:23.564" v="10071" actId="11529"/>
          <ac:cxnSpMkLst>
            <pc:docMk/>
            <pc:sldMk cId="2922500828" sldId="262"/>
            <ac:cxnSpMk id="209" creationId="{896223BA-A774-52B7-A9E3-3109736E4EAC}"/>
          </ac:cxnSpMkLst>
        </pc:cxnChg>
        <pc:cxnChg chg="add">
          <ac:chgData name="da da" userId="5f9603f67ace0195" providerId="LiveId" clId="{8BC8D305-786A-4A0C-AE2A-63D3C3D46881}" dt="2026-02-07T03:00:30.144" v="10074" actId="11529"/>
          <ac:cxnSpMkLst>
            <pc:docMk/>
            <pc:sldMk cId="2922500828" sldId="262"/>
            <ac:cxnSpMk id="212" creationId="{48C163FD-E6D6-54CA-B78B-4DCBBF991077}"/>
          </ac:cxnSpMkLst>
        </pc:cxnChg>
        <pc:cxnChg chg="add">
          <ac:chgData name="da da" userId="5f9603f67ace0195" providerId="LiveId" clId="{8BC8D305-786A-4A0C-AE2A-63D3C3D46881}" dt="2026-02-07T03:00:34.573" v="10075" actId="11529"/>
          <ac:cxnSpMkLst>
            <pc:docMk/>
            <pc:sldMk cId="2922500828" sldId="262"/>
            <ac:cxnSpMk id="214" creationId="{8DE9F815-B3FB-2CE1-7DDA-158884190F8E}"/>
          </ac:cxnSpMkLst>
        </pc:cxnChg>
        <pc:cxnChg chg="add">
          <ac:chgData name="da da" userId="5f9603f67ace0195" providerId="LiveId" clId="{8BC8D305-786A-4A0C-AE2A-63D3C3D46881}" dt="2026-02-07T03:00:39.391" v="10076" actId="11529"/>
          <ac:cxnSpMkLst>
            <pc:docMk/>
            <pc:sldMk cId="2922500828" sldId="262"/>
            <ac:cxnSpMk id="216" creationId="{D05EAE59-5F47-5FBF-B138-25A49F6AA20E}"/>
          </ac:cxnSpMkLst>
        </pc:cxnChg>
        <pc:cxnChg chg="add">
          <ac:chgData name="da da" userId="5f9603f67ace0195" providerId="LiveId" clId="{8BC8D305-786A-4A0C-AE2A-63D3C3D46881}" dt="2026-02-07T03:00:47.068" v="10077" actId="11529"/>
          <ac:cxnSpMkLst>
            <pc:docMk/>
            <pc:sldMk cId="2922500828" sldId="262"/>
            <ac:cxnSpMk id="218" creationId="{714F7AF7-1638-7A26-290B-82E324EAB832}"/>
          </ac:cxnSpMkLst>
        </pc:cxnChg>
        <pc:cxnChg chg="add">
          <ac:chgData name="da da" userId="5f9603f67ace0195" providerId="LiveId" clId="{8BC8D305-786A-4A0C-AE2A-63D3C3D46881}" dt="2026-02-07T03:00:51.202" v="10078" actId="11529"/>
          <ac:cxnSpMkLst>
            <pc:docMk/>
            <pc:sldMk cId="2922500828" sldId="262"/>
            <ac:cxnSpMk id="220" creationId="{FE7B92EE-63CA-B3BC-9D53-4FC779A2F49E}"/>
          </ac:cxnSpMkLst>
        </pc:cxnChg>
        <pc:cxnChg chg="add mod">
          <ac:chgData name="da da" userId="5f9603f67ace0195" providerId="LiveId" clId="{8BC8D305-786A-4A0C-AE2A-63D3C3D46881}" dt="2026-02-07T03:01:09.609" v="10082" actId="14100"/>
          <ac:cxnSpMkLst>
            <pc:docMk/>
            <pc:sldMk cId="2922500828" sldId="262"/>
            <ac:cxnSpMk id="222" creationId="{8A559CAD-F787-5EA7-6C4F-FE7F4372D1EE}"/>
          </ac:cxnSpMkLst>
        </pc:cxnChg>
        <pc:cxnChg chg="add del mod">
          <ac:chgData name="da da" userId="5f9603f67ace0195" providerId="LiveId" clId="{8BC8D305-786A-4A0C-AE2A-63D3C3D46881}" dt="2026-02-07T03:02:09.031" v="10116" actId="11529"/>
          <ac:cxnSpMkLst>
            <pc:docMk/>
            <pc:sldMk cId="2922500828" sldId="262"/>
            <ac:cxnSpMk id="230" creationId="{28FFAD44-5F0F-005A-899E-5F2D683D3F51}"/>
          </ac:cxnSpMkLst>
        </pc:cxnChg>
        <pc:cxnChg chg="add">
          <ac:chgData name="da da" userId="5f9603f67ace0195" providerId="LiveId" clId="{8BC8D305-786A-4A0C-AE2A-63D3C3D46881}" dt="2026-02-07T03:02:11.988" v="10117" actId="11529"/>
          <ac:cxnSpMkLst>
            <pc:docMk/>
            <pc:sldMk cId="2922500828" sldId="262"/>
            <ac:cxnSpMk id="232" creationId="{0B4802F8-2C04-93DB-0AA1-99698B84C422}"/>
          </ac:cxnSpMkLst>
        </pc:cxnChg>
        <pc:cxnChg chg="add">
          <ac:chgData name="da da" userId="5f9603f67ace0195" providerId="LiveId" clId="{8BC8D305-786A-4A0C-AE2A-63D3C3D46881}" dt="2026-02-07T03:02:16.130" v="10118" actId="11529"/>
          <ac:cxnSpMkLst>
            <pc:docMk/>
            <pc:sldMk cId="2922500828" sldId="262"/>
            <ac:cxnSpMk id="234" creationId="{986FF03D-DD07-BE79-7AB4-CB2284C326A6}"/>
          </ac:cxnSpMkLst>
        </pc:cxnChg>
        <pc:cxnChg chg="add">
          <ac:chgData name="da da" userId="5f9603f67ace0195" providerId="LiveId" clId="{8BC8D305-786A-4A0C-AE2A-63D3C3D46881}" dt="2026-02-07T03:02:20.007" v="10119" actId="11529"/>
          <ac:cxnSpMkLst>
            <pc:docMk/>
            <pc:sldMk cId="2922500828" sldId="262"/>
            <ac:cxnSpMk id="236" creationId="{C1B3E86B-5742-17A6-ED53-90D579A18D5B}"/>
          </ac:cxnSpMkLst>
        </pc:cxnChg>
        <pc:cxnChg chg="add">
          <ac:chgData name="da da" userId="5f9603f67ace0195" providerId="LiveId" clId="{8BC8D305-786A-4A0C-AE2A-63D3C3D46881}" dt="2026-02-07T03:02:24.663" v="10120" actId="11529"/>
          <ac:cxnSpMkLst>
            <pc:docMk/>
            <pc:sldMk cId="2922500828" sldId="262"/>
            <ac:cxnSpMk id="238" creationId="{17274FE7-820D-863C-5166-9A6AD3A8DD32}"/>
          </ac:cxnSpMkLst>
        </pc:cxnChg>
        <pc:cxnChg chg="add">
          <ac:chgData name="da da" userId="5f9603f67ace0195" providerId="LiveId" clId="{8BC8D305-786A-4A0C-AE2A-63D3C3D46881}" dt="2026-02-07T03:02:28.942" v="10121" actId="11529"/>
          <ac:cxnSpMkLst>
            <pc:docMk/>
            <pc:sldMk cId="2922500828" sldId="262"/>
            <ac:cxnSpMk id="240" creationId="{EACEF91E-2C52-A81F-A2C8-4C46CB940A1B}"/>
          </ac:cxnSpMkLst>
        </pc:cxnChg>
      </pc:sldChg>
      <pc:sldChg chg="delSp modSp new mod modNotesTx">
        <pc:chgData name="da da" userId="5f9603f67ace0195" providerId="LiveId" clId="{8BC8D305-786A-4A0C-AE2A-63D3C3D46881}" dt="2026-02-07T03:36:36.288" v="14915" actId="20577"/>
        <pc:sldMkLst>
          <pc:docMk/>
          <pc:sldMk cId="1483529611" sldId="263"/>
        </pc:sldMkLst>
        <pc:spChg chg="mod">
          <ac:chgData name="da da" userId="5f9603f67ace0195" providerId="LiveId" clId="{8BC8D305-786A-4A0C-AE2A-63D3C3D46881}" dt="2026-02-07T03:13:11.596" v="11338" actId="20577"/>
          <ac:spMkLst>
            <pc:docMk/>
            <pc:sldMk cId="1483529611" sldId="263"/>
            <ac:spMk id="2" creationId="{F2242277-426B-C6B1-49AF-D362FF9D6BA6}"/>
          </ac:spMkLst>
        </pc:spChg>
        <pc:spChg chg="del">
          <ac:chgData name="da da" userId="5f9603f67ace0195" providerId="LiveId" clId="{8BC8D305-786A-4A0C-AE2A-63D3C3D46881}" dt="2026-02-07T03:13:14.209" v="11339" actId="478"/>
          <ac:spMkLst>
            <pc:docMk/>
            <pc:sldMk cId="1483529611" sldId="263"/>
            <ac:spMk id="3" creationId="{EE47200D-78DD-B98C-7AA8-0C54102CF342}"/>
          </ac:spMkLst>
        </pc:spChg>
      </pc:sldChg>
      <pc:sldChg chg="modSp new mod modNotesTx">
        <pc:chgData name="da da" userId="5f9603f67ace0195" providerId="LiveId" clId="{8BC8D305-786A-4A0C-AE2A-63D3C3D46881}" dt="2026-02-07T03:29:11.440" v="14038" actId="20577"/>
        <pc:sldMkLst>
          <pc:docMk/>
          <pc:sldMk cId="1189464314" sldId="264"/>
        </pc:sldMkLst>
        <pc:spChg chg="mod">
          <ac:chgData name="da da" userId="5f9603f67ace0195" providerId="LiveId" clId="{8BC8D305-786A-4A0C-AE2A-63D3C3D46881}" dt="2026-02-07T03:13:19.587" v="11352" actId="20577"/>
          <ac:spMkLst>
            <pc:docMk/>
            <pc:sldMk cId="1189464314" sldId="264"/>
            <ac:spMk id="2" creationId="{B0A5F973-4D83-6B5B-0F00-3EAADF22FACD}"/>
          </ac:spMkLst>
        </pc:spChg>
        <pc:spChg chg="mod">
          <ac:chgData name="da da" userId="5f9603f67ace0195" providerId="LiveId" clId="{8BC8D305-786A-4A0C-AE2A-63D3C3D46881}" dt="2026-02-07T03:28:18.946" v="13786" actId="313"/>
          <ac:spMkLst>
            <pc:docMk/>
            <pc:sldMk cId="1189464314" sldId="264"/>
            <ac:spMk id="3" creationId="{21B26D1C-FCE0-6ECD-4A18-D9629DDD941B}"/>
          </ac:spMkLst>
        </pc:spChg>
      </pc:sldChg>
      <pc:sldChg chg="modSp new del mod">
        <pc:chgData name="da da" userId="5f9603f67ace0195" providerId="LiveId" clId="{8BC8D305-786A-4A0C-AE2A-63D3C3D46881}" dt="2026-02-07T03:13:36.719" v="11370" actId="47"/>
        <pc:sldMkLst>
          <pc:docMk/>
          <pc:sldMk cId="907906735" sldId="265"/>
        </pc:sldMkLst>
        <pc:spChg chg="mod">
          <ac:chgData name="da da" userId="5f9603f67ace0195" providerId="LiveId" clId="{8BC8D305-786A-4A0C-AE2A-63D3C3D46881}" dt="2026-02-07T03:13:24.954" v="11369" actId="20577"/>
          <ac:spMkLst>
            <pc:docMk/>
            <pc:sldMk cId="907906735" sldId="265"/>
            <ac:spMk id="2" creationId="{1EC3A195-4489-5591-0DF0-7E97A9AA7840}"/>
          </ac:spMkLst>
        </pc:spChg>
      </pc:sldChg>
      <pc:sldChg chg="modSp new mod modNotesTx">
        <pc:chgData name="da da" userId="5f9603f67ace0195" providerId="LiveId" clId="{8BC8D305-786A-4A0C-AE2A-63D3C3D46881}" dt="2026-02-07T06:08:16.867" v="17715" actId="20577"/>
        <pc:sldMkLst>
          <pc:docMk/>
          <pc:sldMk cId="1670002973" sldId="265"/>
        </pc:sldMkLst>
        <pc:spChg chg="mod">
          <ac:chgData name="da da" userId="5f9603f67ace0195" providerId="LiveId" clId="{8BC8D305-786A-4A0C-AE2A-63D3C3D46881}" dt="2026-02-07T03:20:58.709" v="12922" actId="20577"/>
          <ac:spMkLst>
            <pc:docMk/>
            <pc:sldMk cId="1670002973" sldId="265"/>
            <ac:spMk id="2" creationId="{2145458A-59A8-8207-0C11-7AB88481BD6C}"/>
          </ac:spMkLst>
        </pc:spChg>
        <pc:spChg chg="mod">
          <ac:chgData name="da da" userId="5f9603f67ace0195" providerId="LiveId" clId="{8BC8D305-786A-4A0C-AE2A-63D3C3D46881}" dt="2026-02-07T03:29:36.274" v="14124" actId="20577"/>
          <ac:spMkLst>
            <pc:docMk/>
            <pc:sldMk cId="1670002973" sldId="265"/>
            <ac:spMk id="3" creationId="{022CB78E-347F-79EF-9178-E5941E330906}"/>
          </ac:spMkLst>
        </pc:spChg>
      </pc:sldChg>
      <pc:sldChg chg="new del">
        <pc:chgData name="da da" userId="5f9603f67ace0195" providerId="LiveId" clId="{8BC8D305-786A-4A0C-AE2A-63D3C3D46881}" dt="2026-02-07T03:20:44.425" v="12885" actId="47"/>
        <pc:sldMkLst>
          <pc:docMk/>
          <pc:sldMk cId="2648085902" sldId="265"/>
        </pc:sldMkLst>
      </pc:sldChg>
      <pc:sldChg chg="modSp new mod modNotesTx">
        <pc:chgData name="da da" userId="5f9603f67ace0195" providerId="LiveId" clId="{8BC8D305-786A-4A0C-AE2A-63D3C3D46881}" dt="2026-02-07T05:02:45.442" v="17711" actId="20577"/>
        <pc:sldMkLst>
          <pc:docMk/>
          <pc:sldMk cId="827265983" sldId="266"/>
        </pc:sldMkLst>
        <pc:spChg chg="mod">
          <ac:chgData name="da da" userId="5f9603f67ace0195" providerId="LiveId" clId="{8BC8D305-786A-4A0C-AE2A-63D3C3D46881}" dt="2026-02-07T04:44:37.496" v="15804" actId="20577"/>
          <ac:spMkLst>
            <pc:docMk/>
            <pc:sldMk cId="827265983" sldId="266"/>
            <ac:spMk id="2" creationId="{2CB754BB-D49D-AD31-9A06-1DCED3F05298}"/>
          </ac:spMkLst>
        </pc:spChg>
        <pc:spChg chg="mod">
          <ac:chgData name="da da" userId="5f9603f67ace0195" providerId="LiveId" clId="{8BC8D305-786A-4A0C-AE2A-63D3C3D46881}" dt="2026-02-07T04:50:59.785" v="16423" actId="20577"/>
          <ac:spMkLst>
            <pc:docMk/>
            <pc:sldMk cId="827265983" sldId="266"/>
            <ac:spMk id="3" creationId="{18FA2478-6A99-707C-DA99-CB18B5305CFE}"/>
          </ac:spMkLst>
        </pc:spChg>
      </pc:sldChg>
      <pc:sldChg chg="modSp new del mod">
        <pc:chgData name="da da" userId="5f9603f67ace0195" providerId="LiveId" clId="{8BC8D305-786A-4A0C-AE2A-63D3C3D46881}" dt="2026-02-07T03:23:19.801" v="13068" actId="47"/>
        <pc:sldMkLst>
          <pc:docMk/>
          <pc:sldMk cId="2738664776" sldId="266"/>
        </pc:sldMkLst>
        <pc:spChg chg="mod">
          <ac:chgData name="da da" userId="5f9603f67ace0195" providerId="LiveId" clId="{8BC8D305-786A-4A0C-AE2A-63D3C3D46881}" dt="2026-02-07T03:23:18.766" v="13067" actId="20577"/>
          <ac:spMkLst>
            <pc:docMk/>
            <pc:sldMk cId="2738664776" sldId="266"/>
            <ac:spMk id="2" creationId="{13F52265-26AC-3674-D630-30F039DA73D5}"/>
          </ac:spMkLst>
        </pc:spChg>
      </pc:sldChg>
      <pc:sldChg chg="new del">
        <pc:chgData name="da da" userId="5f9603f67ace0195" providerId="LiveId" clId="{8BC8D305-786A-4A0C-AE2A-63D3C3D46881}" dt="2026-02-07T03:36:52.662" v="14917" actId="47"/>
        <pc:sldMkLst>
          <pc:docMk/>
          <pc:sldMk cId="3825653110" sldId="266"/>
        </pc:sldMkLst>
      </pc:sldChg>
      <pc:sldChg chg="modSp new mod modNotesTx">
        <pc:chgData name="da da" userId="5f9603f67ace0195" providerId="LiveId" clId="{8BC8D305-786A-4A0C-AE2A-63D3C3D46881}" dt="2026-02-07T05:02:16.112" v="17652" actId="20577"/>
        <pc:sldMkLst>
          <pc:docMk/>
          <pc:sldMk cId="3004722075" sldId="267"/>
        </pc:sldMkLst>
        <pc:spChg chg="mod">
          <ac:chgData name="da da" userId="5f9603f67ace0195" providerId="LiveId" clId="{8BC8D305-786A-4A0C-AE2A-63D3C3D46881}" dt="2026-02-07T04:51:42.555" v="16445" actId="20577"/>
          <ac:spMkLst>
            <pc:docMk/>
            <pc:sldMk cId="3004722075" sldId="267"/>
            <ac:spMk id="2" creationId="{4AF5A37E-3B4E-D788-F2D2-406F95F19E8A}"/>
          </ac:spMkLst>
        </pc:spChg>
        <pc:spChg chg="mod">
          <ac:chgData name="da da" userId="5f9603f67ace0195" providerId="LiveId" clId="{8BC8D305-786A-4A0C-AE2A-63D3C3D46881}" dt="2026-02-07T05:01:25.296" v="17550" actId="20577"/>
          <ac:spMkLst>
            <pc:docMk/>
            <pc:sldMk cId="3004722075" sldId="267"/>
            <ac:spMk id="3" creationId="{9E3B91D7-2516-F958-DA74-1CA39A9EE444}"/>
          </ac:spMkLst>
        </pc:spChg>
      </pc:sldChg>
      <pc:sldChg chg="modSp new mod">
        <pc:chgData name="da da" userId="5f9603f67ace0195" providerId="LiveId" clId="{8BC8D305-786A-4A0C-AE2A-63D3C3D46881}" dt="2026-02-07T06:14:38.367" v="17778" actId="27636"/>
        <pc:sldMkLst>
          <pc:docMk/>
          <pc:sldMk cId="2082467503" sldId="268"/>
        </pc:sldMkLst>
        <pc:spChg chg="mod">
          <ac:chgData name="da da" userId="5f9603f67ace0195" providerId="LiveId" clId="{8BC8D305-786A-4A0C-AE2A-63D3C3D46881}" dt="2026-02-07T06:14:38.367" v="17778" actId="27636"/>
          <ac:spMkLst>
            <pc:docMk/>
            <pc:sldMk cId="2082467503" sldId="268"/>
            <ac:spMk id="2" creationId="{5BF8CF0E-70D9-BA4F-EF12-5DF08D1B7F55}"/>
          </ac:spMkLst>
        </pc:spChg>
      </pc:sldChg>
      <pc:sldMasterChg chg="del delSldLayout">
        <pc:chgData name="da da" userId="5f9603f67ace0195" providerId="LiveId" clId="{8BC8D305-786A-4A0C-AE2A-63D3C3D46881}" dt="2026-02-07T00:53:31.270" v="20" actId="26606"/>
        <pc:sldMasterMkLst>
          <pc:docMk/>
          <pc:sldMasterMk cId="2460954070" sldId="2147483660"/>
        </pc:sldMasterMkLst>
        <pc:sldLayoutChg chg="del">
          <pc:chgData name="da da" userId="5f9603f67ace0195" providerId="LiveId" clId="{8BC8D305-786A-4A0C-AE2A-63D3C3D46881}" dt="2026-02-07T00:53:31.270" v="20" actId="26606"/>
          <pc:sldLayoutMkLst>
            <pc:docMk/>
            <pc:sldMasterMk cId="2460954070" sldId="2147483660"/>
            <pc:sldLayoutMk cId="2385387890" sldId="2147483661"/>
          </pc:sldLayoutMkLst>
        </pc:sldLayoutChg>
        <pc:sldLayoutChg chg="del">
          <pc:chgData name="da da" userId="5f9603f67ace0195" providerId="LiveId" clId="{8BC8D305-786A-4A0C-AE2A-63D3C3D46881}" dt="2026-02-07T00:53:31.270" v="20" actId="26606"/>
          <pc:sldLayoutMkLst>
            <pc:docMk/>
            <pc:sldMasterMk cId="2460954070" sldId="2147483660"/>
            <pc:sldLayoutMk cId="949138452" sldId="2147483662"/>
          </pc:sldLayoutMkLst>
        </pc:sldLayoutChg>
        <pc:sldLayoutChg chg="del">
          <pc:chgData name="da da" userId="5f9603f67ace0195" providerId="LiveId" clId="{8BC8D305-786A-4A0C-AE2A-63D3C3D46881}" dt="2026-02-07T00:53:31.270" v="20" actId="26606"/>
          <pc:sldLayoutMkLst>
            <pc:docMk/>
            <pc:sldMasterMk cId="2460954070" sldId="2147483660"/>
            <pc:sldLayoutMk cId="2591524520" sldId="2147483663"/>
          </pc:sldLayoutMkLst>
        </pc:sldLayoutChg>
        <pc:sldLayoutChg chg="del">
          <pc:chgData name="da da" userId="5f9603f67ace0195" providerId="LiveId" clId="{8BC8D305-786A-4A0C-AE2A-63D3C3D46881}" dt="2026-02-07T00:53:31.270" v="20" actId="26606"/>
          <pc:sldLayoutMkLst>
            <pc:docMk/>
            <pc:sldMasterMk cId="2460954070" sldId="2147483660"/>
            <pc:sldLayoutMk cId="1203092039" sldId="2147483664"/>
          </pc:sldLayoutMkLst>
        </pc:sldLayoutChg>
        <pc:sldLayoutChg chg="del">
          <pc:chgData name="da da" userId="5f9603f67ace0195" providerId="LiveId" clId="{8BC8D305-786A-4A0C-AE2A-63D3C3D46881}" dt="2026-02-07T00:53:31.270" v="20" actId="26606"/>
          <pc:sldLayoutMkLst>
            <pc:docMk/>
            <pc:sldMasterMk cId="2460954070" sldId="2147483660"/>
            <pc:sldLayoutMk cId="3733172339" sldId="2147483665"/>
          </pc:sldLayoutMkLst>
        </pc:sldLayoutChg>
        <pc:sldLayoutChg chg="del">
          <pc:chgData name="da da" userId="5f9603f67ace0195" providerId="LiveId" clId="{8BC8D305-786A-4A0C-AE2A-63D3C3D46881}" dt="2026-02-07T00:53:31.270" v="20" actId="26606"/>
          <pc:sldLayoutMkLst>
            <pc:docMk/>
            <pc:sldMasterMk cId="2460954070" sldId="2147483660"/>
            <pc:sldLayoutMk cId="3210312558" sldId="2147483666"/>
          </pc:sldLayoutMkLst>
        </pc:sldLayoutChg>
        <pc:sldLayoutChg chg="del">
          <pc:chgData name="da da" userId="5f9603f67ace0195" providerId="LiveId" clId="{8BC8D305-786A-4A0C-AE2A-63D3C3D46881}" dt="2026-02-07T00:53:31.270" v="20" actId="26606"/>
          <pc:sldLayoutMkLst>
            <pc:docMk/>
            <pc:sldMasterMk cId="2460954070" sldId="2147483660"/>
            <pc:sldLayoutMk cId="3146388984" sldId="2147483667"/>
          </pc:sldLayoutMkLst>
        </pc:sldLayoutChg>
        <pc:sldLayoutChg chg="del">
          <pc:chgData name="da da" userId="5f9603f67ace0195" providerId="LiveId" clId="{8BC8D305-786A-4A0C-AE2A-63D3C3D46881}" dt="2026-02-07T00:53:31.270" v="20" actId="26606"/>
          <pc:sldLayoutMkLst>
            <pc:docMk/>
            <pc:sldMasterMk cId="2460954070" sldId="2147483660"/>
            <pc:sldLayoutMk cId="3171841454" sldId="2147483668"/>
          </pc:sldLayoutMkLst>
        </pc:sldLayoutChg>
        <pc:sldLayoutChg chg="del">
          <pc:chgData name="da da" userId="5f9603f67ace0195" providerId="LiveId" clId="{8BC8D305-786A-4A0C-AE2A-63D3C3D46881}" dt="2026-02-07T00:53:31.270" v="20" actId="26606"/>
          <pc:sldLayoutMkLst>
            <pc:docMk/>
            <pc:sldMasterMk cId="2460954070" sldId="2147483660"/>
            <pc:sldLayoutMk cId="1718958274" sldId="2147483669"/>
          </pc:sldLayoutMkLst>
        </pc:sldLayoutChg>
        <pc:sldLayoutChg chg="del">
          <pc:chgData name="da da" userId="5f9603f67ace0195" providerId="LiveId" clId="{8BC8D305-786A-4A0C-AE2A-63D3C3D46881}" dt="2026-02-07T00:53:31.270" v="20" actId="26606"/>
          <pc:sldLayoutMkLst>
            <pc:docMk/>
            <pc:sldMasterMk cId="2460954070" sldId="2147483660"/>
            <pc:sldLayoutMk cId="2202905451" sldId="2147483670"/>
          </pc:sldLayoutMkLst>
        </pc:sldLayoutChg>
        <pc:sldLayoutChg chg="del">
          <pc:chgData name="da da" userId="5f9603f67ace0195" providerId="LiveId" clId="{8BC8D305-786A-4A0C-AE2A-63D3C3D46881}" dt="2026-02-07T00:53:31.270" v="20" actId="26606"/>
          <pc:sldLayoutMkLst>
            <pc:docMk/>
            <pc:sldMasterMk cId="2460954070" sldId="2147483660"/>
            <pc:sldLayoutMk cId="3479445657" sldId="2147483671"/>
          </pc:sldLayoutMkLst>
        </pc:sldLayoutChg>
      </pc:sldMasterChg>
      <pc:sldMasterChg chg="add replId addSldLayout">
        <pc:chgData name="da da" userId="5f9603f67ace0195" providerId="LiveId" clId="{8BC8D305-786A-4A0C-AE2A-63D3C3D46881}" dt="2026-02-07T00:53:31.270" v="20" actId="26606"/>
        <pc:sldMasterMkLst>
          <pc:docMk/>
          <pc:sldMasterMk cId="3900959251" sldId="2147483672"/>
        </pc:sldMasterMkLst>
        <pc:sldLayoutChg chg="add">
          <pc:chgData name="da da" userId="5f9603f67ace0195" providerId="LiveId" clId="{8BC8D305-786A-4A0C-AE2A-63D3C3D46881}" dt="2026-02-07T00:53:31.270" v="20" actId="26606"/>
          <pc:sldLayoutMkLst>
            <pc:docMk/>
            <pc:sldMasterMk cId="3900959251" sldId="2147483672"/>
            <pc:sldLayoutMk cId="3047191178" sldId="2147483673"/>
          </pc:sldLayoutMkLst>
        </pc:sldLayoutChg>
        <pc:sldLayoutChg chg="add replId">
          <pc:chgData name="da da" userId="5f9603f67ace0195" providerId="LiveId" clId="{8BC8D305-786A-4A0C-AE2A-63D3C3D46881}" dt="2026-02-07T00:53:31.270" v="20" actId="26606"/>
          <pc:sldLayoutMkLst>
            <pc:docMk/>
            <pc:sldMasterMk cId="3900959251" sldId="2147483672"/>
            <pc:sldLayoutMk cId="3618275570" sldId="2147483674"/>
          </pc:sldLayoutMkLst>
        </pc:sldLayoutChg>
        <pc:sldLayoutChg chg="add replId">
          <pc:chgData name="da da" userId="5f9603f67ace0195" providerId="LiveId" clId="{8BC8D305-786A-4A0C-AE2A-63D3C3D46881}" dt="2026-02-07T00:53:31.270" v="20" actId="26606"/>
          <pc:sldLayoutMkLst>
            <pc:docMk/>
            <pc:sldMasterMk cId="3900959251" sldId="2147483672"/>
            <pc:sldLayoutMk cId="1790855433" sldId="2147483675"/>
          </pc:sldLayoutMkLst>
        </pc:sldLayoutChg>
        <pc:sldLayoutChg chg="add replId">
          <pc:chgData name="da da" userId="5f9603f67ace0195" providerId="LiveId" clId="{8BC8D305-786A-4A0C-AE2A-63D3C3D46881}" dt="2026-02-07T00:53:31.270" v="20" actId="26606"/>
          <pc:sldLayoutMkLst>
            <pc:docMk/>
            <pc:sldMasterMk cId="3900959251" sldId="2147483672"/>
            <pc:sldLayoutMk cId="1768040858" sldId="2147483676"/>
          </pc:sldLayoutMkLst>
        </pc:sldLayoutChg>
        <pc:sldLayoutChg chg="add replId">
          <pc:chgData name="da da" userId="5f9603f67ace0195" providerId="LiveId" clId="{8BC8D305-786A-4A0C-AE2A-63D3C3D46881}" dt="2026-02-07T00:53:31.270" v="20" actId="26606"/>
          <pc:sldLayoutMkLst>
            <pc:docMk/>
            <pc:sldMasterMk cId="3900959251" sldId="2147483672"/>
            <pc:sldLayoutMk cId="386926562" sldId="2147483677"/>
          </pc:sldLayoutMkLst>
        </pc:sldLayoutChg>
        <pc:sldLayoutChg chg="add replId">
          <pc:chgData name="da da" userId="5f9603f67ace0195" providerId="LiveId" clId="{8BC8D305-786A-4A0C-AE2A-63D3C3D46881}" dt="2026-02-07T00:53:31.270" v="20" actId="26606"/>
          <pc:sldLayoutMkLst>
            <pc:docMk/>
            <pc:sldMasterMk cId="3900959251" sldId="2147483672"/>
            <pc:sldLayoutMk cId="1031282524" sldId="2147483678"/>
          </pc:sldLayoutMkLst>
        </pc:sldLayoutChg>
        <pc:sldLayoutChg chg="add replId">
          <pc:chgData name="da da" userId="5f9603f67ace0195" providerId="LiveId" clId="{8BC8D305-786A-4A0C-AE2A-63D3C3D46881}" dt="2026-02-07T00:53:31.270" v="20" actId="26606"/>
          <pc:sldLayoutMkLst>
            <pc:docMk/>
            <pc:sldMasterMk cId="3900959251" sldId="2147483672"/>
            <pc:sldLayoutMk cId="2563493519" sldId="2147483679"/>
          </pc:sldLayoutMkLst>
        </pc:sldLayoutChg>
        <pc:sldLayoutChg chg="add replId">
          <pc:chgData name="da da" userId="5f9603f67ace0195" providerId="LiveId" clId="{8BC8D305-786A-4A0C-AE2A-63D3C3D46881}" dt="2026-02-07T00:53:31.270" v="20" actId="26606"/>
          <pc:sldLayoutMkLst>
            <pc:docMk/>
            <pc:sldMasterMk cId="3900959251" sldId="2147483672"/>
            <pc:sldLayoutMk cId="225354253" sldId="2147483680"/>
          </pc:sldLayoutMkLst>
        </pc:sldLayoutChg>
        <pc:sldLayoutChg chg="add replId">
          <pc:chgData name="da da" userId="5f9603f67ace0195" providerId="LiveId" clId="{8BC8D305-786A-4A0C-AE2A-63D3C3D46881}" dt="2026-02-07T00:53:31.270" v="20" actId="26606"/>
          <pc:sldLayoutMkLst>
            <pc:docMk/>
            <pc:sldMasterMk cId="3900959251" sldId="2147483672"/>
            <pc:sldLayoutMk cId="1126479633" sldId="2147483681"/>
          </pc:sldLayoutMkLst>
        </pc:sldLayoutChg>
        <pc:sldLayoutChg chg="add replId">
          <pc:chgData name="da da" userId="5f9603f67ace0195" providerId="LiveId" clId="{8BC8D305-786A-4A0C-AE2A-63D3C3D46881}" dt="2026-02-07T00:53:31.270" v="20" actId="26606"/>
          <pc:sldLayoutMkLst>
            <pc:docMk/>
            <pc:sldMasterMk cId="3900959251" sldId="2147483672"/>
            <pc:sldLayoutMk cId="2469089920" sldId="2147483682"/>
          </pc:sldLayoutMkLst>
        </pc:sldLayoutChg>
        <pc:sldLayoutChg chg="add replId">
          <pc:chgData name="da da" userId="5f9603f67ace0195" providerId="LiveId" clId="{8BC8D305-786A-4A0C-AE2A-63D3C3D46881}" dt="2026-02-07T00:53:31.270" v="20" actId="26606"/>
          <pc:sldLayoutMkLst>
            <pc:docMk/>
            <pc:sldMasterMk cId="3900959251" sldId="2147483672"/>
            <pc:sldLayoutMk cId="3582095763" sldId="214748368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2D425D-6B08-45CB-B94F-72455885C3EF}" type="datetimeFigureOut">
              <a:rPr lang="en-GB" smtClean="0"/>
              <a:t>07/02/2026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B931E7-8684-4C61-A742-89A5B3141975}" type="slidenum">
              <a:rPr lang="en-GB" smtClean="0"/>
              <a:t>‹#›</a:t>
            </a:fld>
            <a:endParaRPr lang="en-GB"/>
          </a:p>
        </p:txBody>
      </p:sp>
    </p:spTree>
    <p:extLst>
      <p:ext uri="{BB962C8B-B14F-4D97-AF65-F5344CB8AC3E}">
        <p14:creationId xmlns:p14="http://schemas.microsoft.com/office/powerpoint/2010/main" val="3989159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Payments on the blockchain are completely in public view. Anyone can see any payment, and it is integral to the general blockchain structure.</a:t>
            </a:r>
          </a:p>
          <a:p>
            <a:r>
              <a:rPr lang="en-GB" dirty="0"/>
              <a:t>This is both a blessing and a curse. It is a blessing as it means that any given payment is verifiable, and it is impossible to falsify a payment, but it is also a curse for people who wish to preserve their anonymity. If their blockchain address is somehow linked to them, then all their purchases with that address become public knowledge.</a:t>
            </a:r>
          </a:p>
          <a:p>
            <a:r>
              <a:rPr lang="en-GB" dirty="0"/>
              <a:t>Currently, the most widely used method of making transactions anonymously is to use mixers. This is problematic in four ways:</a:t>
            </a:r>
          </a:p>
          <a:p>
            <a:pPr marL="228600" indent="-228600">
              <a:buAutoNum type="arabicPeriod"/>
            </a:pPr>
            <a:r>
              <a:rPr lang="en-GB" dirty="0"/>
              <a:t>Mixers take a long time to mix cryptocurrencies. The way that mixers work is that they take payments from a large number of users to a central wallet that “mixes” the funds from multiple users. A large time delay is used to preserve anonymity, and payments come slowly to the target wallet.</a:t>
            </a:r>
          </a:p>
          <a:p>
            <a:pPr marL="228600" indent="-228600">
              <a:buAutoNum type="arabicPeriod"/>
            </a:pPr>
            <a:r>
              <a:rPr lang="en-GB" dirty="0"/>
              <a:t>There needs to be a high level of trust in the mixer to not simply steal the funds/be shut down by authorities. The funds are placed in custody of the mixers, which could in theory simply just take the funds at any time. Alternatively, government agencies/hacker groups could target and seize funds from centralised mixers.</a:t>
            </a:r>
          </a:p>
          <a:p>
            <a:pPr marL="228600" indent="-228600">
              <a:buAutoNum type="arabicPeriod"/>
            </a:pPr>
            <a:r>
              <a:rPr lang="en-GB" dirty="0"/>
              <a:t>It’s possible to identify when a mixer has been used, either by tagging mixer wallets and tracing the funds that leave a mixer wallet, or by simply analysing where wallets have broken larger chunks of bitcoin transactions into smaller ones. There is also still a direct blockchain link between the input funds and the destination wallet.</a:t>
            </a:r>
          </a:p>
          <a:p>
            <a:pPr marL="228600" indent="-228600">
              <a:buAutoNum type="arabicPeriod"/>
            </a:pPr>
            <a:r>
              <a:rPr lang="en-GB" dirty="0"/>
              <a:t>Mixers charge very high fees, around 1 to 3% of the coins being mixed, which can become very expensive.</a:t>
            </a:r>
          </a:p>
          <a:p>
            <a:endParaRPr lang="en-GB" dirty="0"/>
          </a:p>
        </p:txBody>
      </p:sp>
      <p:sp>
        <p:nvSpPr>
          <p:cNvPr id="4" name="Slide Number Placeholder 3"/>
          <p:cNvSpPr>
            <a:spLocks noGrp="1"/>
          </p:cNvSpPr>
          <p:nvPr>
            <p:ph type="sldNum" sz="quarter" idx="5"/>
          </p:nvPr>
        </p:nvSpPr>
        <p:spPr/>
        <p:txBody>
          <a:bodyPr/>
          <a:lstStyle/>
          <a:p>
            <a:fld id="{A3B931E7-8684-4C61-A742-89A5B3141975}" type="slidenum">
              <a:rPr lang="en-GB" smtClean="0"/>
              <a:t>2</a:t>
            </a:fld>
            <a:endParaRPr lang="en-GB"/>
          </a:p>
        </p:txBody>
      </p:sp>
    </p:spTree>
    <p:extLst>
      <p:ext uri="{BB962C8B-B14F-4D97-AF65-F5344CB8AC3E}">
        <p14:creationId xmlns:p14="http://schemas.microsoft.com/office/powerpoint/2010/main" val="3776611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proposal is to instead, for every transaction, to create a series of one use only wallets that “break” the chain of payments from the payer and the payee.</a:t>
            </a:r>
          </a:p>
          <a:p>
            <a:r>
              <a:rPr lang="en-GB" dirty="0"/>
              <a:t>Our proposed method has three layers of security, with an input stage, an exchange stage, and an output stage, completely anonymising the transaction.</a:t>
            </a:r>
          </a:p>
        </p:txBody>
      </p:sp>
      <p:sp>
        <p:nvSpPr>
          <p:cNvPr id="4" name="Slide Number Placeholder 3"/>
          <p:cNvSpPr>
            <a:spLocks noGrp="1"/>
          </p:cNvSpPr>
          <p:nvPr>
            <p:ph type="sldNum" sz="quarter" idx="5"/>
          </p:nvPr>
        </p:nvSpPr>
        <p:spPr/>
        <p:txBody>
          <a:bodyPr/>
          <a:lstStyle/>
          <a:p>
            <a:fld id="{A3B931E7-8684-4C61-A742-89A5B3141975}" type="slidenum">
              <a:rPr lang="en-GB" smtClean="0"/>
              <a:t>3</a:t>
            </a:fld>
            <a:endParaRPr lang="en-GB"/>
          </a:p>
        </p:txBody>
      </p:sp>
    </p:spTree>
    <p:extLst>
      <p:ext uri="{BB962C8B-B14F-4D97-AF65-F5344CB8AC3E}">
        <p14:creationId xmlns:p14="http://schemas.microsoft.com/office/powerpoint/2010/main" val="206193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input stage, the payer inputs their desired payment in USDT (plus a small fee to process the transaction) into a one use only input wallet controlled by the operator.</a:t>
            </a:r>
          </a:p>
          <a:p>
            <a:r>
              <a:rPr lang="en-GB" dirty="0"/>
              <a:t>This is so that the payer cannot sabotage the operator by cancelling the payment, enabling Zero-Trust for the operator</a:t>
            </a:r>
          </a:p>
          <a:p>
            <a:r>
              <a:rPr lang="en-GB" dirty="0"/>
              <a:t>The payer specifies to the operator a payee address to pay to.</a:t>
            </a:r>
          </a:p>
          <a:p>
            <a:r>
              <a:rPr lang="en-GB" dirty="0"/>
              <a:t>In practise, this should be as simple as making a bank transfer. Nearly instant. The payer’s part is done here.</a:t>
            </a:r>
          </a:p>
        </p:txBody>
      </p:sp>
      <p:sp>
        <p:nvSpPr>
          <p:cNvPr id="4" name="Slide Number Placeholder 3"/>
          <p:cNvSpPr>
            <a:spLocks noGrp="1"/>
          </p:cNvSpPr>
          <p:nvPr>
            <p:ph type="sldNum" sz="quarter" idx="5"/>
          </p:nvPr>
        </p:nvSpPr>
        <p:spPr/>
        <p:txBody>
          <a:bodyPr/>
          <a:lstStyle/>
          <a:p>
            <a:fld id="{A3B931E7-8684-4C61-A742-89A5B3141975}" type="slidenum">
              <a:rPr lang="en-GB" smtClean="0"/>
              <a:t>4</a:t>
            </a:fld>
            <a:endParaRPr lang="en-GB"/>
          </a:p>
        </p:txBody>
      </p:sp>
    </p:spTree>
    <p:extLst>
      <p:ext uri="{BB962C8B-B14F-4D97-AF65-F5344CB8AC3E}">
        <p14:creationId xmlns:p14="http://schemas.microsoft.com/office/powerpoint/2010/main" val="416824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Operator now has a large number of accounts (assuming a relatively large userbase) with various USDT amounts.</a:t>
            </a:r>
          </a:p>
          <a:p>
            <a:r>
              <a:rPr lang="en-GB" dirty="0"/>
              <a:t>Now, the operator uses a decentralised peer to peer exchange to exchange the USDT with other cryptocurrencies , such as Bitcoin, </a:t>
            </a:r>
            <a:r>
              <a:rPr lang="en-GB" dirty="0" err="1"/>
              <a:t>Etherum</a:t>
            </a:r>
            <a:r>
              <a:rPr lang="en-GB" dirty="0"/>
              <a:t>, Monero, to “break” the chain from the payer.</a:t>
            </a:r>
          </a:p>
          <a:p>
            <a:r>
              <a:rPr lang="en-GB" dirty="0"/>
              <a:t>These exchanges would occur over some period of time, in irregular amounts, with third parties that are looking to exchange their coins with USDT. </a:t>
            </a:r>
          </a:p>
          <a:p>
            <a:r>
              <a:rPr lang="en-GB" dirty="0"/>
              <a:t>These exchanged cryptocurrencies are then stored in one-use only wallets, and either further exchanged to other cryptocurrencies and one-use only wallets, or swapped back to USDT, via the same mechanism either way.</a:t>
            </a:r>
          </a:p>
          <a:p>
            <a:r>
              <a:rPr lang="en-GB" dirty="0"/>
              <a:t>In effect, the Operator could (and should, to minimise costs) operate their own peer-to-peer exchange, utilising their high liquidity to initialise a bid-ask spread, and use the activity of other users to further obfuscate payer destinations.</a:t>
            </a:r>
          </a:p>
          <a:p>
            <a:r>
              <a:rPr lang="en-GB" dirty="0"/>
              <a:t>Now, the Operator should end up with many output accounts, each holding a small amount of USDT, and completely anonymous due to the lack of account history and identifying factors, and untraceable from the input accounts due to the exchanges made by the operator being indistinguishable from exchanges made by others.</a:t>
            </a:r>
          </a:p>
        </p:txBody>
      </p:sp>
      <p:sp>
        <p:nvSpPr>
          <p:cNvPr id="4" name="Slide Number Placeholder 3"/>
          <p:cNvSpPr>
            <a:spLocks noGrp="1"/>
          </p:cNvSpPr>
          <p:nvPr>
            <p:ph type="sldNum" sz="quarter" idx="5"/>
          </p:nvPr>
        </p:nvSpPr>
        <p:spPr/>
        <p:txBody>
          <a:bodyPr/>
          <a:lstStyle/>
          <a:p>
            <a:fld id="{A3B931E7-8684-4C61-A742-89A5B3141975}" type="slidenum">
              <a:rPr lang="en-GB" smtClean="0"/>
              <a:t>5</a:t>
            </a:fld>
            <a:endParaRPr lang="en-GB"/>
          </a:p>
        </p:txBody>
      </p:sp>
    </p:spTree>
    <p:extLst>
      <p:ext uri="{BB962C8B-B14F-4D97-AF65-F5344CB8AC3E}">
        <p14:creationId xmlns:p14="http://schemas.microsoft.com/office/powerpoint/2010/main" val="3395339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Given that the operator is looking to hold these cryptocurrencies for some period of time to maximise anonymity of funds, and they would prefer to not lose money or hold undue risk, they should pick cryptocurrencies that have low volatility in order to cancel losses.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As this is an optimisation problem that needs to be solved ASAP, the operator could in theory utilise quantum computers to predict the volatility of any given coin and try to pick coins from a pre-approved list to minimise our exposure to risk.</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Alternatively, if the operator is willing to accept higher exposure to risk, due to the fact that the operator in this scenario would have incredibly high liquidity in a number of coins, they could look to use quantum algorithms to determine the least </a:t>
            </a:r>
            <a:r>
              <a:rPr lang="en-GB"/>
              <a:t>risky options. </a:t>
            </a:r>
            <a:r>
              <a:rPr lang="en-GB" dirty="0"/>
              <a:t>[GET RUCHA TO EXPAND]</a:t>
            </a:r>
          </a:p>
        </p:txBody>
      </p:sp>
      <p:sp>
        <p:nvSpPr>
          <p:cNvPr id="4" name="Slide Number Placeholder 3"/>
          <p:cNvSpPr>
            <a:spLocks noGrp="1"/>
          </p:cNvSpPr>
          <p:nvPr>
            <p:ph type="sldNum" sz="quarter" idx="5"/>
          </p:nvPr>
        </p:nvSpPr>
        <p:spPr/>
        <p:txBody>
          <a:bodyPr/>
          <a:lstStyle/>
          <a:p>
            <a:fld id="{A3B931E7-8684-4C61-A742-89A5B3141975}" type="slidenum">
              <a:rPr lang="en-GB" smtClean="0"/>
              <a:t>6</a:t>
            </a:fld>
            <a:endParaRPr lang="en-GB"/>
          </a:p>
        </p:txBody>
      </p:sp>
    </p:spTree>
    <p:extLst>
      <p:ext uri="{BB962C8B-B14F-4D97-AF65-F5344CB8AC3E}">
        <p14:creationId xmlns:p14="http://schemas.microsoft.com/office/powerpoint/2010/main" val="3660049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payee receives the payment from the operator almost instantly, over a small time period of a few minutes, and broken up into irregular amounts over irregular time intervals coming from multiple output accounts owned by the operator.</a:t>
            </a:r>
          </a:p>
          <a:p>
            <a:r>
              <a:rPr lang="en-GB" dirty="0"/>
              <a:t>These payments are controlled by Smart Contracts that only execute when payment has been received into the input wallet by the operator, enabling Zero-Trust.</a:t>
            </a:r>
          </a:p>
          <a:p>
            <a:r>
              <a:rPr lang="en-GB" dirty="0"/>
              <a:t>This is to ensure that simple time analysis of payments over the blockchain is not possible to determine payer and payee, as the payee is not simply paid in the same lump as the payer paid to the exchange, meaning that payments are hidden by the sheer volume of other transactions on the USDT blockchain.</a:t>
            </a:r>
          </a:p>
          <a:p>
            <a:r>
              <a:rPr lang="en-GB" dirty="0"/>
              <a:t>It is important to note that even though the payee is paid nearly instantly, the payer’s USDT is still being obfuscated by the Operator, who instead pays the payee USDT from output accounts completely unrelated from the payer. The Operator obtains this USDT from previous payers who have used this system or from their own reserves, making it even harder to trace payments as even if every exchange was exposed, there is no direct link from the payer to the payee.</a:t>
            </a:r>
          </a:p>
        </p:txBody>
      </p:sp>
      <p:sp>
        <p:nvSpPr>
          <p:cNvPr id="4" name="Slide Number Placeholder 3"/>
          <p:cNvSpPr>
            <a:spLocks noGrp="1"/>
          </p:cNvSpPr>
          <p:nvPr>
            <p:ph type="sldNum" sz="quarter" idx="5"/>
          </p:nvPr>
        </p:nvSpPr>
        <p:spPr/>
        <p:txBody>
          <a:bodyPr/>
          <a:lstStyle/>
          <a:p>
            <a:fld id="{A3B931E7-8684-4C61-A742-89A5B3141975}" type="slidenum">
              <a:rPr lang="en-GB" smtClean="0"/>
              <a:t>7</a:t>
            </a:fld>
            <a:endParaRPr lang="en-GB"/>
          </a:p>
        </p:txBody>
      </p:sp>
    </p:spTree>
    <p:extLst>
      <p:ext uri="{BB962C8B-B14F-4D97-AF65-F5344CB8AC3E}">
        <p14:creationId xmlns:p14="http://schemas.microsoft.com/office/powerpoint/2010/main" val="956160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a diagram of the system in action</a:t>
            </a:r>
          </a:p>
          <a:p>
            <a:r>
              <a:rPr lang="en-GB" dirty="0"/>
              <a:t>Here we can see that each payer never pays for their own payee, meaning that they always pay for future payer’s payees, and that they are never directly linked to the payee at any given point in time.</a:t>
            </a:r>
          </a:p>
          <a:p>
            <a:r>
              <a:rPr lang="en-GB" dirty="0"/>
              <a:t>Firstly, the payers pay into the input accounts.</a:t>
            </a:r>
          </a:p>
          <a:p>
            <a:r>
              <a:rPr lang="en-GB" dirty="0"/>
              <a:t>Then, the smart contracts execute and the payee is paid by the output accounts of previous payers.</a:t>
            </a:r>
          </a:p>
          <a:p>
            <a:r>
              <a:rPr lang="en-GB" dirty="0"/>
              <a:t>Then, the input accounts get exchanged into different cryptocurrencies, obfuscating the origin of the funds. We use limit orders to pose our accounts as legitimate traffic, and we exchange out into multiple different accounts to increase difficulty of tracing.</a:t>
            </a:r>
          </a:p>
          <a:p>
            <a:r>
              <a:rPr lang="en-GB" dirty="0"/>
              <a:t>We can further hide our chain by rigging our exchange to incorporate a random blend of every single limit order at the best price, weighted by age, so older orders make up more of the blend.</a:t>
            </a:r>
          </a:p>
          <a:p>
            <a:r>
              <a:rPr lang="en-GB" dirty="0"/>
              <a:t>Each exchange account serves a single purpose, to receive exchanged cryptocurrencies, and to send the received crypto (in staggered amounts) to other exchangers on the exchange to allow the next exchange accounts to receive the exchanged cryptocurrencies.</a:t>
            </a:r>
          </a:p>
          <a:p>
            <a:r>
              <a:rPr lang="en-GB" dirty="0"/>
              <a:t>Eventually, we get several output accounts, all in USDC, after being exchanged and hopped through multiple accounts. These output accounts are then used to pay for future payees, with a nearly impossible to follow chain to the original payers, who are not even the payers who wished to purchase from these payees.</a:t>
            </a:r>
          </a:p>
          <a:p>
            <a:r>
              <a:rPr lang="en-GB" dirty="0"/>
              <a:t>Note that the diagram is highly simplified. In reality each exchange account would exchange with multiple third-party users, and the resultant exchanged funds would go into multiple accounts would be much more than a one to one, resulting in several output accounts per input account.</a:t>
            </a:r>
          </a:p>
          <a:p>
            <a:r>
              <a:rPr lang="en-GB" dirty="0"/>
              <a:t>Note that by design, no payer pays their own payee. Every payer’s funds is in the process of being obfuscated while the payee is being paid by funds received by other payers.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B931E7-8684-4C61-A742-89A5B3141975}"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71408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Demo [GET SEAN]</a:t>
            </a:r>
          </a:p>
        </p:txBody>
      </p:sp>
      <p:sp>
        <p:nvSpPr>
          <p:cNvPr id="4" name="Slide Number Placeholder 3"/>
          <p:cNvSpPr>
            <a:spLocks noGrp="1"/>
          </p:cNvSpPr>
          <p:nvPr>
            <p:ph type="sldNum" sz="quarter" idx="5"/>
          </p:nvPr>
        </p:nvSpPr>
        <p:spPr/>
        <p:txBody>
          <a:bodyPr/>
          <a:lstStyle/>
          <a:p>
            <a:fld id="{A3B931E7-8684-4C61-A742-89A5B3141975}" type="slidenum">
              <a:rPr lang="en-GB" smtClean="0"/>
              <a:t>9</a:t>
            </a:fld>
            <a:endParaRPr lang="en-GB"/>
          </a:p>
        </p:txBody>
      </p:sp>
    </p:spTree>
    <p:extLst>
      <p:ext uri="{BB962C8B-B14F-4D97-AF65-F5344CB8AC3E}">
        <p14:creationId xmlns:p14="http://schemas.microsoft.com/office/powerpoint/2010/main" val="2473499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Why would we implement this?</a:t>
            </a:r>
          </a:p>
          <a:p>
            <a:pPr marL="228600" indent="-228600">
              <a:buAutoNum type="arabicPeriod"/>
            </a:pPr>
            <a:r>
              <a:rPr lang="en-GB" dirty="0"/>
              <a:t>The payment method is much faster than traditional mixing, offering payment in seconds to minutes, depending on size of payment and security needed</a:t>
            </a:r>
          </a:p>
          <a:p>
            <a:pPr marL="228600" indent="-228600">
              <a:buAutoNum type="arabicPeriod"/>
            </a:pPr>
            <a:r>
              <a:rPr lang="en-GB" dirty="0"/>
              <a:t>No trust is needed, as trades are executed using smart contracts, meaning neither payer nor operator can sabotage the other</a:t>
            </a:r>
          </a:p>
          <a:p>
            <a:pPr marL="228600" indent="-228600">
              <a:buAutoNum type="arabicPeriod"/>
            </a:pPr>
            <a:r>
              <a:rPr lang="en-GB" dirty="0"/>
              <a:t>Near completely anonymity, as it is difficult to identify fund obfuscation, as all accounts used have zero history and process relatively small amounts, and the path taken by the cryptocurrency involves cross chain activity. It is nearly impossible to identify that the accounts belong to the operator, and that the payers have made payments to their respective payees.</a:t>
            </a:r>
          </a:p>
          <a:p>
            <a:pPr marL="228600" indent="-228600">
              <a:buAutoNum type="arabicPeriod"/>
            </a:pPr>
            <a:r>
              <a:rPr lang="en-GB" dirty="0"/>
              <a:t>Able to undercut traditional mixers, as operation fees are low for operators that create their own accounts and host their own exchanges</a:t>
            </a:r>
          </a:p>
          <a:p>
            <a:pPr marL="228600" indent="-228600">
              <a:buAutoNum type="arabicPeriod"/>
            </a:pPr>
            <a:r>
              <a:rPr lang="en-GB" dirty="0"/>
              <a:t>Easy to implement for operators with their own exchange already, as that solves the problem of liquidity, exchange fees, and mixing with external sources of cryptocurrencies</a:t>
            </a:r>
          </a:p>
          <a:p>
            <a:pPr marL="228600" indent="-228600">
              <a:buAutoNum type="arabicPeriod"/>
            </a:pPr>
            <a:endParaRPr lang="en-GB" dirty="0"/>
          </a:p>
        </p:txBody>
      </p:sp>
      <p:sp>
        <p:nvSpPr>
          <p:cNvPr id="4" name="Slide Number Placeholder 3"/>
          <p:cNvSpPr>
            <a:spLocks noGrp="1"/>
          </p:cNvSpPr>
          <p:nvPr>
            <p:ph type="sldNum" sz="quarter" idx="5"/>
          </p:nvPr>
        </p:nvSpPr>
        <p:spPr/>
        <p:txBody>
          <a:bodyPr/>
          <a:lstStyle/>
          <a:p>
            <a:fld id="{A3B931E7-8684-4C61-A742-89A5B3141975}" type="slidenum">
              <a:rPr lang="en-GB" smtClean="0"/>
              <a:t>10</a:t>
            </a:fld>
            <a:endParaRPr lang="en-GB"/>
          </a:p>
        </p:txBody>
      </p:sp>
    </p:spTree>
    <p:extLst>
      <p:ext uri="{BB962C8B-B14F-4D97-AF65-F5344CB8AC3E}">
        <p14:creationId xmlns:p14="http://schemas.microsoft.com/office/powerpoint/2010/main" val="1263974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Of course, this would be a terrible idea if there was not at least some regulation against bad actors trying to launder money.</a:t>
            </a:r>
          </a:p>
          <a:p>
            <a:r>
              <a:rPr lang="en-GB" dirty="0"/>
              <a:t>The simplest check we could do could be to reject attempts to transfer from wallets that have at any point held fund from wallets associated with terrorism. Essentially we would be looking up the history of every coin, and making sure that it comes from a legitimate source.</a:t>
            </a:r>
          </a:p>
          <a:p>
            <a:r>
              <a:rPr lang="en-GB" dirty="0"/>
              <a:t>Another Zero-Knowledge proof we could do could be to reject transfers if IPs come from known sanctioned locations, like North Korea.</a:t>
            </a:r>
          </a:p>
          <a:p>
            <a:r>
              <a:rPr lang="en-GB" dirty="0"/>
              <a:t>However, it is important to balance client anonymity with compliance with regulation.</a:t>
            </a:r>
          </a:p>
        </p:txBody>
      </p:sp>
      <p:sp>
        <p:nvSpPr>
          <p:cNvPr id="4" name="Slide Number Placeholder 3"/>
          <p:cNvSpPr>
            <a:spLocks noGrp="1"/>
          </p:cNvSpPr>
          <p:nvPr>
            <p:ph type="sldNum" sz="quarter" idx="5"/>
          </p:nvPr>
        </p:nvSpPr>
        <p:spPr/>
        <p:txBody>
          <a:bodyPr/>
          <a:lstStyle/>
          <a:p>
            <a:fld id="{A3B931E7-8684-4C61-A742-89A5B3141975}" type="slidenum">
              <a:rPr lang="en-GB" smtClean="0"/>
              <a:t>11</a:t>
            </a:fld>
            <a:endParaRPr lang="en-GB"/>
          </a:p>
        </p:txBody>
      </p:sp>
    </p:spTree>
    <p:extLst>
      <p:ext uri="{BB962C8B-B14F-4D97-AF65-F5344CB8AC3E}">
        <p14:creationId xmlns:p14="http://schemas.microsoft.com/office/powerpoint/2010/main" val="1064994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Of course, like most things in life, this process will have trade-offs and challenges.</a:t>
            </a:r>
          </a:p>
          <a:p>
            <a:r>
              <a:rPr lang="en-GB" dirty="0"/>
              <a:t>One of the biggest would be execution speed vs anonymity. The faster the execution, the easier it is to trace the payments based on probabilistic models. An transfer from one wallet to another and a series of transfers from multiple wallets that sum to the original transfer would be incredibly </a:t>
            </a:r>
            <a:r>
              <a:rPr lang="en-GB" dirty="0" err="1"/>
              <a:t>eas</a:t>
            </a:r>
            <a:r>
              <a:rPr lang="en-GB" dirty="0"/>
              <a:t> to trace and deduce what happened.</a:t>
            </a:r>
          </a:p>
          <a:p>
            <a:r>
              <a:rPr lang="en-GB" dirty="0"/>
              <a:t>If the operator chooses to try to maximise anonymity of transfers, then using this method, they would have to make multiple trades. If the operator is not operating their own exchange, then they would have to pay fees on every exchange, potentially becoming incredibly high costs</a:t>
            </a:r>
          </a:p>
          <a:p>
            <a:r>
              <a:rPr lang="en-GB" dirty="0"/>
              <a:t>If the operator chooses to incorporate more complexity by introducing more wallets, then they may struggle to keep track of all of them, potentially misplacing funds.</a:t>
            </a:r>
          </a:p>
          <a:p>
            <a:endParaRPr lang="en-GB" dirty="0"/>
          </a:p>
        </p:txBody>
      </p:sp>
      <p:sp>
        <p:nvSpPr>
          <p:cNvPr id="4" name="Slide Number Placeholder 3"/>
          <p:cNvSpPr>
            <a:spLocks noGrp="1"/>
          </p:cNvSpPr>
          <p:nvPr>
            <p:ph type="sldNum" sz="quarter" idx="5"/>
          </p:nvPr>
        </p:nvSpPr>
        <p:spPr/>
        <p:txBody>
          <a:bodyPr/>
          <a:lstStyle/>
          <a:p>
            <a:fld id="{A3B931E7-8684-4C61-A742-89A5B3141975}" type="slidenum">
              <a:rPr lang="en-GB" smtClean="0"/>
              <a:t>12</a:t>
            </a:fld>
            <a:endParaRPr lang="en-GB"/>
          </a:p>
        </p:txBody>
      </p:sp>
    </p:spTree>
    <p:extLst>
      <p:ext uri="{BB962C8B-B14F-4D97-AF65-F5344CB8AC3E}">
        <p14:creationId xmlns:p14="http://schemas.microsoft.com/office/powerpoint/2010/main" val="3897881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2/7/2026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82095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2/7/2026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69089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2/7/2026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6479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2/7/2026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5354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2/7/2026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63493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2/7/2026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31282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2/7/2026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6926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2/7/2026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68040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2/7/2026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90855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2/7/2026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18275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2/7/2026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7191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2/7/2026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0959251"/>
      </p:ext>
    </p:extLst>
  </p:cSld>
  <p:clrMap bg1="lt1" tx1="dk1" bg2="lt2" tx2="dk2" accent1="accent1" accent2="accent2" accent3="accent3" accent4="accent4" accent5="accent5" accent6="accent6" hlink="hlink" folHlink="folHlink"/>
  <p:sldLayoutIdLst>
    <p:sldLayoutId id="2147483683" r:id="rId1"/>
    <p:sldLayoutId id="2147483682" r:id="rId2"/>
    <p:sldLayoutId id="2147483681" r:id="rId3"/>
    <p:sldLayoutId id="2147483680" r:id="rId4"/>
    <p:sldLayoutId id="2147483679" r:id="rId5"/>
    <p:sldLayoutId id="2147483678" r:id="rId6"/>
    <p:sldLayoutId id="2147483677" r:id="rId7"/>
    <p:sldLayoutId id="2147483676" r:id="rId8"/>
    <p:sldLayoutId id="2147483675" r:id="rId9"/>
    <p:sldLayoutId id="2147483674" r:id="rId10"/>
    <p:sldLayoutId id="214748367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6F6157E-7405-E228-C00D-4922DCA62D48}"/>
              </a:ext>
            </a:extLst>
          </p:cNvPr>
          <p:cNvPicPr>
            <a:picLocks noChangeAspect="1"/>
          </p:cNvPicPr>
          <p:nvPr/>
        </p:nvPicPr>
        <p:blipFill>
          <a:blip r:embed="rId2"/>
          <a:stretch>
            <a:fillRect/>
          </a:stretch>
        </p:blipFill>
        <p:spPr>
          <a:xfrm>
            <a:off x="0" y="232"/>
            <a:ext cx="12192000" cy="6857768"/>
          </a:xfrm>
          <a:prstGeom prst="rect">
            <a:avLst/>
          </a:prstGeom>
        </p:spPr>
      </p:pic>
      <p:sp>
        <p:nvSpPr>
          <p:cNvPr id="11" name="Rectangle 10">
            <a:extLst>
              <a:ext uri="{FF2B5EF4-FFF2-40B4-BE49-F238E27FC236}">
                <a16:creationId xmlns:a16="http://schemas.microsoft.com/office/drawing/2014/main" id="{1DEDA826-0CC6-45C8-B90F-CB99E02CFB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40080" y="2810107"/>
            <a:ext cx="4761571" cy="2981093"/>
          </a:xfrm>
        </p:spPr>
        <p:txBody>
          <a:bodyPr anchor="b">
            <a:normAutofit fontScale="90000"/>
          </a:bodyPr>
          <a:lstStyle/>
          <a:p>
            <a:pPr>
              <a:lnSpc>
                <a:spcPct val="90000"/>
              </a:lnSpc>
            </a:pPr>
            <a:r>
              <a:rPr lang="en-GB" sz="5000" dirty="0">
                <a:solidFill>
                  <a:srgbClr val="FFFFFF"/>
                </a:solidFill>
              </a:rPr>
              <a:t>Faster </a:t>
            </a:r>
            <a:r>
              <a:rPr lang="en-US" sz="5000" dirty="0">
                <a:solidFill>
                  <a:srgbClr val="FFFFFF"/>
                </a:solidFill>
              </a:rPr>
              <a:t>Zero-Trust Anonymous Payments (FZAP)</a:t>
            </a:r>
          </a:p>
        </p:txBody>
      </p:sp>
      <p:sp>
        <p:nvSpPr>
          <p:cNvPr id="3" name="Subtitle 2"/>
          <p:cNvSpPr>
            <a:spLocks noGrp="1"/>
          </p:cNvSpPr>
          <p:nvPr>
            <p:ph type="subTitle" idx="1"/>
          </p:nvPr>
        </p:nvSpPr>
        <p:spPr>
          <a:xfrm>
            <a:off x="640080" y="1420093"/>
            <a:ext cx="4761571" cy="1253490"/>
          </a:xfrm>
        </p:spPr>
        <p:txBody>
          <a:bodyPr vert="horz" lIns="91440" tIns="45720" rIns="91440" bIns="45720" rtlCol="0" anchor="t">
            <a:normAutofit/>
          </a:bodyPr>
          <a:lstStyle/>
          <a:p>
            <a:r>
              <a:rPr lang="en-US">
                <a:solidFill>
                  <a:srgbClr val="FFFFFF"/>
                </a:solidFill>
              </a:rPr>
              <a:t>By Sean Liew, Rucha Agashe, Wenda Wu</a:t>
            </a:r>
          </a:p>
        </p:txBody>
      </p:sp>
      <p:cxnSp>
        <p:nvCxnSpPr>
          <p:cNvPr id="13" name="Straight Connector 12">
            <a:extLst>
              <a:ext uri="{FF2B5EF4-FFF2-40B4-BE49-F238E27FC236}">
                <a16:creationId xmlns:a16="http://schemas.microsoft.com/office/drawing/2014/main" id="{23DDA327-270B-43AF-BDBD-2EB50E83E2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D3378-7263-26E8-7CC2-0F4FDC1D9B5A}"/>
              </a:ext>
            </a:extLst>
          </p:cNvPr>
          <p:cNvSpPr>
            <a:spLocks noGrp="1"/>
          </p:cNvSpPr>
          <p:nvPr>
            <p:ph type="title"/>
          </p:nvPr>
        </p:nvSpPr>
        <p:spPr/>
        <p:txBody>
          <a:bodyPr/>
          <a:lstStyle/>
          <a:p>
            <a:r>
              <a:rPr lang="en-GB" dirty="0"/>
              <a:t>Motivation</a:t>
            </a:r>
          </a:p>
        </p:txBody>
      </p:sp>
      <p:sp>
        <p:nvSpPr>
          <p:cNvPr id="3" name="Content Placeholder 2">
            <a:extLst>
              <a:ext uri="{FF2B5EF4-FFF2-40B4-BE49-F238E27FC236}">
                <a16:creationId xmlns:a16="http://schemas.microsoft.com/office/drawing/2014/main" id="{7064CB0A-15F0-E0C2-7891-734A9BC5450B}"/>
              </a:ext>
            </a:extLst>
          </p:cNvPr>
          <p:cNvSpPr>
            <a:spLocks noGrp="1"/>
          </p:cNvSpPr>
          <p:nvPr>
            <p:ph idx="1"/>
          </p:nvPr>
        </p:nvSpPr>
        <p:spPr/>
        <p:txBody>
          <a:bodyPr/>
          <a:lstStyle/>
          <a:p>
            <a:r>
              <a:rPr lang="en-GB" dirty="0"/>
              <a:t>Payments on Blockchains are public..</a:t>
            </a:r>
          </a:p>
          <a:p>
            <a:r>
              <a:rPr lang="en-GB" dirty="0"/>
              <a:t>Loss of anonymity if address becomes linked to person.</a:t>
            </a:r>
          </a:p>
          <a:p>
            <a:r>
              <a:rPr lang="en-GB" dirty="0"/>
              <a:t>Currently, mixers are used to make anonymous payments.</a:t>
            </a:r>
          </a:p>
          <a:p>
            <a:pPr lvl="1"/>
            <a:r>
              <a:rPr lang="en-GB" dirty="0"/>
              <a:t>Takes a long time (Hours to days)</a:t>
            </a:r>
          </a:p>
          <a:p>
            <a:pPr lvl="1"/>
            <a:r>
              <a:rPr lang="en-GB" dirty="0"/>
              <a:t>Trust needed</a:t>
            </a:r>
          </a:p>
          <a:p>
            <a:pPr lvl="1"/>
            <a:r>
              <a:rPr lang="en-GB" dirty="0"/>
              <a:t>Usage is identifiable</a:t>
            </a:r>
          </a:p>
          <a:p>
            <a:pPr lvl="1"/>
            <a:r>
              <a:rPr lang="en-GB" dirty="0"/>
              <a:t>High fees</a:t>
            </a:r>
          </a:p>
        </p:txBody>
      </p:sp>
    </p:spTree>
    <p:extLst>
      <p:ext uri="{BB962C8B-B14F-4D97-AF65-F5344CB8AC3E}">
        <p14:creationId xmlns:p14="http://schemas.microsoft.com/office/powerpoint/2010/main" val="3652413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5E040-39D7-23D8-F9CD-267C0B7E3872}"/>
              </a:ext>
            </a:extLst>
          </p:cNvPr>
          <p:cNvSpPr>
            <a:spLocks noGrp="1"/>
          </p:cNvSpPr>
          <p:nvPr>
            <p:ph type="title"/>
          </p:nvPr>
        </p:nvSpPr>
        <p:spPr/>
        <p:txBody>
          <a:bodyPr>
            <a:normAutofit/>
          </a:bodyPr>
          <a:lstStyle/>
          <a:p>
            <a:r>
              <a:rPr lang="en-GB" dirty="0"/>
              <a:t>Solution	</a:t>
            </a:r>
          </a:p>
        </p:txBody>
      </p:sp>
      <p:sp>
        <p:nvSpPr>
          <p:cNvPr id="3" name="Content Placeholder 2">
            <a:extLst>
              <a:ext uri="{FF2B5EF4-FFF2-40B4-BE49-F238E27FC236}">
                <a16:creationId xmlns:a16="http://schemas.microsoft.com/office/drawing/2014/main" id="{E7BFCE50-E972-1433-3683-0975CBC2CE5B}"/>
              </a:ext>
            </a:extLst>
          </p:cNvPr>
          <p:cNvSpPr>
            <a:spLocks noGrp="1"/>
          </p:cNvSpPr>
          <p:nvPr>
            <p:ph idx="1"/>
          </p:nvPr>
        </p:nvSpPr>
        <p:spPr>
          <a:xfrm>
            <a:off x="640080" y="2633472"/>
            <a:ext cx="10890928" cy="3381248"/>
          </a:xfrm>
        </p:spPr>
        <p:txBody>
          <a:bodyPr/>
          <a:lstStyle/>
          <a:p>
            <a:r>
              <a:rPr lang="en-GB" dirty="0"/>
              <a:t>Create a series of one use only wallets</a:t>
            </a:r>
          </a:p>
          <a:p>
            <a:r>
              <a:rPr lang="en-GB" dirty="0"/>
              <a:t>Three layers of security</a:t>
            </a:r>
          </a:p>
          <a:p>
            <a:r>
              <a:rPr lang="en-GB" dirty="0"/>
              <a:t>Complete blockchain anonymisation</a:t>
            </a:r>
          </a:p>
          <a:p>
            <a:endParaRPr lang="en-GB" dirty="0"/>
          </a:p>
          <a:p>
            <a:endParaRPr lang="en-GB" dirty="0"/>
          </a:p>
        </p:txBody>
      </p:sp>
    </p:spTree>
    <p:extLst>
      <p:ext uri="{BB962C8B-B14F-4D97-AF65-F5344CB8AC3E}">
        <p14:creationId xmlns:p14="http://schemas.microsoft.com/office/powerpoint/2010/main" val="329824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E775E-0ACB-0DA5-BF8C-C4FCA9EBA12C}"/>
              </a:ext>
            </a:extLst>
          </p:cNvPr>
          <p:cNvSpPr>
            <a:spLocks noGrp="1"/>
          </p:cNvSpPr>
          <p:nvPr>
            <p:ph type="title"/>
          </p:nvPr>
        </p:nvSpPr>
        <p:spPr/>
        <p:txBody>
          <a:bodyPr/>
          <a:lstStyle/>
          <a:p>
            <a:r>
              <a:rPr lang="en-GB" dirty="0"/>
              <a:t>Input</a:t>
            </a:r>
          </a:p>
        </p:txBody>
      </p:sp>
      <p:sp>
        <p:nvSpPr>
          <p:cNvPr id="3" name="Content Placeholder 2">
            <a:extLst>
              <a:ext uri="{FF2B5EF4-FFF2-40B4-BE49-F238E27FC236}">
                <a16:creationId xmlns:a16="http://schemas.microsoft.com/office/drawing/2014/main" id="{27405ADB-1BF1-72B6-BEC8-F20EB7BEEBF6}"/>
              </a:ext>
            </a:extLst>
          </p:cNvPr>
          <p:cNvSpPr>
            <a:spLocks noGrp="1"/>
          </p:cNvSpPr>
          <p:nvPr>
            <p:ph idx="1"/>
          </p:nvPr>
        </p:nvSpPr>
        <p:spPr/>
        <p:txBody>
          <a:bodyPr/>
          <a:lstStyle/>
          <a:p>
            <a:r>
              <a:rPr lang="en-GB" dirty="0"/>
              <a:t>The payer makes the payment to an input address</a:t>
            </a:r>
          </a:p>
          <a:p>
            <a:r>
              <a:rPr lang="en-GB" dirty="0"/>
              <a:t>The input is controlled by the operator</a:t>
            </a:r>
          </a:p>
          <a:p>
            <a:r>
              <a:rPr lang="en-GB" dirty="0"/>
              <a:t>The payer specifies a payee address</a:t>
            </a:r>
          </a:p>
        </p:txBody>
      </p:sp>
    </p:spTree>
    <p:extLst>
      <p:ext uri="{BB962C8B-B14F-4D97-AF65-F5344CB8AC3E}">
        <p14:creationId xmlns:p14="http://schemas.microsoft.com/office/powerpoint/2010/main" val="961946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4420A-323A-ACC3-1EC2-DE424907BEB9}"/>
              </a:ext>
            </a:extLst>
          </p:cNvPr>
          <p:cNvSpPr>
            <a:spLocks noGrp="1"/>
          </p:cNvSpPr>
          <p:nvPr>
            <p:ph type="title"/>
          </p:nvPr>
        </p:nvSpPr>
        <p:spPr/>
        <p:txBody>
          <a:bodyPr/>
          <a:lstStyle/>
          <a:p>
            <a:r>
              <a:rPr lang="en-GB" dirty="0"/>
              <a:t>Exchange</a:t>
            </a:r>
          </a:p>
        </p:txBody>
      </p:sp>
      <p:sp>
        <p:nvSpPr>
          <p:cNvPr id="3" name="Content Placeholder 2">
            <a:extLst>
              <a:ext uri="{FF2B5EF4-FFF2-40B4-BE49-F238E27FC236}">
                <a16:creationId xmlns:a16="http://schemas.microsoft.com/office/drawing/2014/main" id="{6EBCC01C-5E5B-F965-89FE-EF65D6D2C22B}"/>
              </a:ext>
            </a:extLst>
          </p:cNvPr>
          <p:cNvSpPr>
            <a:spLocks noGrp="1"/>
          </p:cNvSpPr>
          <p:nvPr>
            <p:ph idx="1"/>
          </p:nvPr>
        </p:nvSpPr>
        <p:spPr/>
        <p:txBody>
          <a:bodyPr/>
          <a:lstStyle/>
          <a:p>
            <a:r>
              <a:rPr lang="en-GB" dirty="0"/>
              <a:t>The Operator now has high liquidity in USDT, in input accounts</a:t>
            </a:r>
          </a:p>
          <a:p>
            <a:r>
              <a:rPr lang="en-GB" dirty="0"/>
              <a:t>The Operator switches their USDT to other cryptocurrencies</a:t>
            </a:r>
          </a:p>
          <a:p>
            <a:r>
              <a:rPr lang="en-GB" dirty="0"/>
              <a:t>The Operator switches their other cryptocurrencies back to USDT</a:t>
            </a:r>
          </a:p>
          <a:p>
            <a:r>
              <a:rPr lang="en-GB" dirty="0"/>
              <a:t>The Operator now has high liquidity in USDT, in output accounts</a:t>
            </a:r>
          </a:p>
          <a:p>
            <a:r>
              <a:rPr lang="en-GB" dirty="0"/>
              <a:t>All accounts are one-use-only</a:t>
            </a:r>
          </a:p>
        </p:txBody>
      </p:sp>
    </p:spTree>
    <p:extLst>
      <p:ext uri="{BB962C8B-B14F-4D97-AF65-F5344CB8AC3E}">
        <p14:creationId xmlns:p14="http://schemas.microsoft.com/office/powerpoint/2010/main" val="95901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5458A-59A8-8207-0C11-7AB88481BD6C}"/>
              </a:ext>
            </a:extLst>
          </p:cNvPr>
          <p:cNvSpPr>
            <a:spLocks noGrp="1"/>
          </p:cNvSpPr>
          <p:nvPr>
            <p:ph type="title"/>
          </p:nvPr>
        </p:nvSpPr>
        <p:spPr/>
        <p:txBody>
          <a:bodyPr/>
          <a:lstStyle/>
          <a:p>
            <a:r>
              <a:rPr lang="en-GB" dirty="0"/>
              <a:t>Which Currencies to Exchange to?</a:t>
            </a:r>
          </a:p>
        </p:txBody>
      </p:sp>
      <p:sp>
        <p:nvSpPr>
          <p:cNvPr id="3" name="Content Placeholder 2">
            <a:extLst>
              <a:ext uri="{FF2B5EF4-FFF2-40B4-BE49-F238E27FC236}">
                <a16:creationId xmlns:a16="http://schemas.microsoft.com/office/drawing/2014/main" id="{022CB78E-347F-79EF-9178-E5941E330906}"/>
              </a:ext>
            </a:extLst>
          </p:cNvPr>
          <p:cNvSpPr>
            <a:spLocks noGrp="1"/>
          </p:cNvSpPr>
          <p:nvPr>
            <p:ph idx="1"/>
          </p:nvPr>
        </p:nvSpPr>
        <p:spPr/>
        <p:txBody>
          <a:bodyPr/>
          <a:lstStyle/>
          <a:p>
            <a:r>
              <a:rPr lang="en-GB" dirty="0"/>
              <a:t>Optimisation problem</a:t>
            </a:r>
          </a:p>
          <a:p>
            <a:r>
              <a:rPr lang="en-GB" dirty="0"/>
              <a:t>Minimise volatility by minimising risk</a:t>
            </a:r>
          </a:p>
          <a:p>
            <a:r>
              <a:rPr lang="en-GB" dirty="0"/>
              <a:t>Use quantum computing to solve quickly</a:t>
            </a:r>
          </a:p>
          <a:p>
            <a:r>
              <a:rPr lang="en-GB" dirty="0"/>
              <a:t>Alternatively, leverage liquidity to find arbitrage opportunities</a:t>
            </a:r>
          </a:p>
        </p:txBody>
      </p:sp>
    </p:spTree>
    <p:extLst>
      <p:ext uri="{BB962C8B-B14F-4D97-AF65-F5344CB8AC3E}">
        <p14:creationId xmlns:p14="http://schemas.microsoft.com/office/powerpoint/2010/main" val="1670002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0ADB9-1E28-0EE9-FDEA-907EA1EC8ED8}"/>
              </a:ext>
            </a:extLst>
          </p:cNvPr>
          <p:cNvSpPr>
            <a:spLocks noGrp="1"/>
          </p:cNvSpPr>
          <p:nvPr>
            <p:ph type="title"/>
          </p:nvPr>
        </p:nvSpPr>
        <p:spPr/>
        <p:txBody>
          <a:bodyPr/>
          <a:lstStyle/>
          <a:p>
            <a:r>
              <a:rPr lang="en-GB" dirty="0"/>
              <a:t>Output</a:t>
            </a:r>
          </a:p>
        </p:txBody>
      </p:sp>
      <p:sp>
        <p:nvSpPr>
          <p:cNvPr id="3" name="Content Placeholder 2">
            <a:extLst>
              <a:ext uri="{FF2B5EF4-FFF2-40B4-BE49-F238E27FC236}">
                <a16:creationId xmlns:a16="http://schemas.microsoft.com/office/drawing/2014/main" id="{FF9B2BF2-5A02-08AB-45D2-1ADCE456B694}"/>
              </a:ext>
            </a:extLst>
          </p:cNvPr>
          <p:cNvSpPr>
            <a:spLocks noGrp="1"/>
          </p:cNvSpPr>
          <p:nvPr>
            <p:ph idx="1"/>
          </p:nvPr>
        </p:nvSpPr>
        <p:spPr/>
        <p:txBody>
          <a:bodyPr/>
          <a:lstStyle/>
          <a:p>
            <a:r>
              <a:rPr lang="en-GB" dirty="0"/>
              <a:t>The payee receives the payment almost instantly</a:t>
            </a:r>
          </a:p>
          <a:p>
            <a:r>
              <a:rPr lang="en-GB" dirty="0"/>
              <a:t>The payee is paid by multiple accounts</a:t>
            </a:r>
          </a:p>
          <a:p>
            <a:r>
              <a:rPr lang="en-GB" dirty="0"/>
              <a:t>There is NEVER a direct chain from the payer to the payee</a:t>
            </a:r>
          </a:p>
        </p:txBody>
      </p:sp>
    </p:spTree>
    <p:extLst>
      <p:ext uri="{BB962C8B-B14F-4D97-AF65-F5344CB8AC3E}">
        <p14:creationId xmlns:p14="http://schemas.microsoft.com/office/powerpoint/2010/main" val="2558875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EA6B3-338C-BC41-59E5-9866A0931194}"/>
              </a:ext>
            </a:extLst>
          </p:cNvPr>
          <p:cNvSpPr>
            <a:spLocks noGrp="1"/>
          </p:cNvSpPr>
          <p:nvPr>
            <p:ph type="title"/>
          </p:nvPr>
        </p:nvSpPr>
        <p:spPr/>
        <p:txBody>
          <a:bodyPr/>
          <a:lstStyle/>
          <a:p>
            <a:r>
              <a:rPr lang="en-GB" dirty="0"/>
              <a:t>Diagram</a:t>
            </a:r>
          </a:p>
        </p:txBody>
      </p:sp>
      <p:sp>
        <p:nvSpPr>
          <p:cNvPr id="25" name="TextBox 24">
            <a:extLst>
              <a:ext uri="{FF2B5EF4-FFF2-40B4-BE49-F238E27FC236}">
                <a16:creationId xmlns:a16="http://schemas.microsoft.com/office/drawing/2014/main" id="{9C15137B-F3B7-0B11-AC9D-1CA178AB94F5}"/>
              </a:ext>
            </a:extLst>
          </p:cNvPr>
          <p:cNvSpPr txBox="1"/>
          <p:nvPr/>
        </p:nvSpPr>
        <p:spPr>
          <a:xfrm>
            <a:off x="526520" y="2145621"/>
            <a:ext cx="8835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Grandview Display"/>
                <a:ea typeface="+mn-ea"/>
                <a:cs typeface="+mn-cs"/>
              </a:rPr>
              <a:t>Payers</a:t>
            </a:r>
          </a:p>
        </p:txBody>
      </p:sp>
      <p:sp>
        <p:nvSpPr>
          <p:cNvPr id="26" name="TextBox 25">
            <a:extLst>
              <a:ext uri="{FF2B5EF4-FFF2-40B4-BE49-F238E27FC236}">
                <a16:creationId xmlns:a16="http://schemas.microsoft.com/office/drawing/2014/main" id="{4D04C7E3-666B-6F75-DB9F-7B85ACF29482}"/>
              </a:ext>
            </a:extLst>
          </p:cNvPr>
          <p:cNvSpPr txBox="1"/>
          <p:nvPr/>
        </p:nvSpPr>
        <p:spPr>
          <a:xfrm>
            <a:off x="1749097" y="2141588"/>
            <a:ext cx="80502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Grandview Display"/>
                <a:ea typeface="+mn-ea"/>
                <a:cs typeface="+mn-cs"/>
              </a:rPr>
              <a:t>Inputs</a:t>
            </a:r>
          </a:p>
        </p:txBody>
      </p:sp>
      <p:sp>
        <p:nvSpPr>
          <p:cNvPr id="65" name="TextBox 64">
            <a:extLst>
              <a:ext uri="{FF2B5EF4-FFF2-40B4-BE49-F238E27FC236}">
                <a16:creationId xmlns:a16="http://schemas.microsoft.com/office/drawing/2014/main" id="{94B4A129-9020-2513-6342-C910CA576CE4}"/>
              </a:ext>
            </a:extLst>
          </p:cNvPr>
          <p:cNvSpPr txBox="1"/>
          <p:nvPr/>
        </p:nvSpPr>
        <p:spPr>
          <a:xfrm>
            <a:off x="5349956" y="2144911"/>
            <a:ext cx="127631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Grandview Display"/>
                <a:ea typeface="+mn-ea"/>
                <a:cs typeface="+mn-cs"/>
              </a:rPr>
              <a:t>Exchanges</a:t>
            </a:r>
          </a:p>
        </p:txBody>
      </p:sp>
      <p:sp>
        <p:nvSpPr>
          <p:cNvPr id="196" name="TextBox 195">
            <a:extLst>
              <a:ext uri="{FF2B5EF4-FFF2-40B4-BE49-F238E27FC236}">
                <a16:creationId xmlns:a16="http://schemas.microsoft.com/office/drawing/2014/main" id="{B6D99000-0759-B090-72B5-84931A531E22}"/>
              </a:ext>
            </a:extLst>
          </p:cNvPr>
          <p:cNvSpPr txBox="1"/>
          <p:nvPr/>
        </p:nvSpPr>
        <p:spPr>
          <a:xfrm>
            <a:off x="8341495" y="1676933"/>
            <a:ext cx="16305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Grandview Display"/>
                <a:ea typeface="+mn-ea"/>
                <a:cs typeface="+mn-cs"/>
              </a:rPr>
              <a:t>Future Payees</a:t>
            </a:r>
          </a:p>
        </p:txBody>
      </p:sp>
      <p:sp>
        <p:nvSpPr>
          <p:cNvPr id="203" name="TextBox 202">
            <a:extLst>
              <a:ext uri="{FF2B5EF4-FFF2-40B4-BE49-F238E27FC236}">
                <a16:creationId xmlns:a16="http://schemas.microsoft.com/office/drawing/2014/main" id="{1D21B289-48C0-4C62-0F10-5896C635D86A}"/>
              </a:ext>
            </a:extLst>
          </p:cNvPr>
          <p:cNvSpPr txBox="1"/>
          <p:nvPr/>
        </p:nvSpPr>
        <p:spPr>
          <a:xfrm>
            <a:off x="9624300" y="2173008"/>
            <a:ext cx="90762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Grandview Display"/>
                <a:ea typeface="+mn-ea"/>
                <a:cs typeface="+mn-cs"/>
              </a:rPr>
              <a:t>Payees</a:t>
            </a:r>
          </a:p>
        </p:txBody>
      </p:sp>
      <p:sp>
        <p:nvSpPr>
          <p:cNvPr id="4" name="Oval 3">
            <a:extLst>
              <a:ext uri="{FF2B5EF4-FFF2-40B4-BE49-F238E27FC236}">
                <a16:creationId xmlns:a16="http://schemas.microsoft.com/office/drawing/2014/main" id="{825809D3-5942-FBE5-5A30-E525395BBD8B}"/>
              </a:ext>
            </a:extLst>
          </p:cNvPr>
          <p:cNvSpPr/>
          <p:nvPr/>
        </p:nvSpPr>
        <p:spPr>
          <a:xfrm>
            <a:off x="869816" y="3082513"/>
            <a:ext cx="196984" cy="1969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5" name="Oval 4">
            <a:extLst>
              <a:ext uri="{FF2B5EF4-FFF2-40B4-BE49-F238E27FC236}">
                <a16:creationId xmlns:a16="http://schemas.microsoft.com/office/drawing/2014/main" id="{1787F750-2350-E585-4356-642B29331961}"/>
              </a:ext>
            </a:extLst>
          </p:cNvPr>
          <p:cNvSpPr/>
          <p:nvPr/>
        </p:nvSpPr>
        <p:spPr>
          <a:xfrm>
            <a:off x="869816" y="4511779"/>
            <a:ext cx="196984" cy="1969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7" name="Oval 6">
            <a:extLst>
              <a:ext uri="{FF2B5EF4-FFF2-40B4-BE49-F238E27FC236}">
                <a16:creationId xmlns:a16="http://schemas.microsoft.com/office/drawing/2014/main" id="{1C150DA7-0252-092E-3964-DB986A3873D9}"/>
              </a:ext>
            </a:extLst>
          </p:cNvPr>
          <p:cNvSpPr/>
          <p:nvPr/>
        </p:nvSpPr>
        <p:spPr>
          <a:xfrm>
            <a:off x="869816" y="5941045"/>
            <a:ext cx="196984" cy="1969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13" name="Oval 12">
            <a:extLst>
              <a:ext uri="{FF2B5EF4-FFF2-40B4-BE49-F238E27FC236}">
                <a16:creationId xmlns:a16="http://schemas.microsoft.com/office/drawing/2014/main" id="{17D327DB-8324-6ADE-76E0-0780EFF538E0}"/>
              </a:ext>
            </a:extLst>
          </p:cNvPr>
          <p:cNvSpPr/>
          <p:nvPr/>
        </p:nvSpPr>
        <p:spPr>
          <a:xfrm>
            <a:off x="2053722" y="4501903"/>
            <a:ext cx="196984" cy="1969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18" name="Oval 17">
            <a:extLst>
              <a:ext uri="{FF2B5EF4-FFF2-40B4-BE49-F238E27FC236}">
                <a16:creationId xmlns:a16="http://schemas.microsoft.com/office/drawing/2014/main" id="{D403BF64-8941-92DF-BDEE-42567054162C}"/>
              </a:ext>
            </a:extLst>
          </p:cNvPr>
          <p:cNvSpPr/>
          <p:nvPr/>
        </p:nvSpPr>
        <p:spPr>
          <a:xfrm>
            <a:off x="3900604" y="3090850"/>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0" name="Oval 19">
            <a:extLst>
              <a:ext uri="{FF2B5EF4-FFF2-40B4-BE49-F238E27FC236}">
                <a16:creationId xmlns:a16="http://schemas.microsoft.com/office/drawing/2014/main" id="{E4063444-4907-9CB6-E5FE-9724BCDBB0B0}"/>
              </a:ext>
            </a:extLst>
          </p:cNvPr>
          <p:cNvSpPr/>
          <p:nvPr/>
        </p:nvSpPr>
        <p:spPr>
          <a:xfrm>
            <a:off x="3900604" y="4520116"/>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2" name="Oval 21">
            <a:extLst>
              <a:ext uri="{FF2B5EF4-FFF2-40B4-BE49-F238E27FC236}">
                <a16:creationId xmlns:a16="http://schemas.microsoft.com/office/drawing/2014/main" id="{BD620CEE-1E8E-D16E-2D28-62BDFFD3D71A}"/>
              </a:ext>
            </a:extLst>
          </p:cNvPr>
          <p:cNvSpPr/>
          <p:nvPr/>
        </p:nvSpPr>
        <p:spPr>
          <a:xfrm>
            <a:off x="3900604" y="5949382"/>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4" name="Oval 23">
            <a:extLst>
              <a:ext uri="{FF2B5EF4-FFF2-40B4-BE49-F238E27FC236}">
                <a16:creationId xmlns:a16="http://schemas.microsoft.com/office/drawing/2014/main" id="{829D5C28-7DDF-879D-6AF0-92F0FC089C3C}"/>
              </a:ext>
            </a:extLst>
          </p:cNvPr>
          <p:cNvSpPr/>
          <p:nvPr/>
        </p:nvSpPr>
        <p:spPr>
          <a:xfrm>
            <a:off x="3055187" y="3085211"/>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7" name="Oval 26">
            <a:extLst>
              <a:ext uri="{FF2B5EF4-FFF2-40B4-BE49-F238E27FC236}">
                <a16:creationId xmlns:a16="http://schemas.microsoft.com/office/drawing/2014/main" id="{9B2458F5-4AE3-61CB-1994-985716866C87}"/>
              </a:ext>
            </a:extLst>
          </p:cNvPr>
          <p:cNvSpPr/>
          <p:nvPr/>
        </p:nvSpPr>
        <p:spPr>
          <a:xfrm>
            <a:off x="3013345" y="4131606"/>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9" name="Oval 28">
            <a:extLst>
              <a:ext uri="{FF2B5EF4-FFF2-40B4-BE49-F238E27FC236}">
                <a16:creationId xmlns:a16="http://schemas.microsoft.com/office/drawing/2014/main" id="{F4443534-5BEB-5DED-41C2-3935C6DEEFD8}"/>
              </a:ext>
            </a:extLst>
          </p:cNvPr>
          <p:cNvSpPr/>
          <p:nvPr/>
        </p:nvSpPr>
        <p:spPr>
          <a:xfrm>
            <a:off x="3401904" y="5108006"/>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0" name="Oval 29">
            <a:extLst>
              <a:ext uri="{FF2B5EF4-FFF2-40B4-BE49-F238E27FC236}">
                <a16:creationId xmlns:a16="http://schemas.microsoft.com/office/drawing/2014/main" id="{4172BB96-E5FC-8151-CA88-F0E4D242BF4A}"/>
              </a:ext>
            </a:extLst>
          </p:cNvPr>
          <p:cNvSpPr/>
          <p:nvPr/>
        </p:nvSpPr>
        <p:spPr>
          <a:xfrm>
            <a:off x="3289178" y="2901129"/>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1" name="Oval 30">
            <a:extLst>
              <a:ext uri="{FF2B5EF4-FFF2-40B4-BE49-F238E27FC236}">
                <a16:creationId xmlns:a16="http://schemas.microsoft.com/office/drawing/2014/main" id="{B1391CCA-CBB1-9DC6-6496-9B95672F1DCA}"/>
              </a:ext>
            </a:extLst>
          </p:cNvPr>
          <p:cNvSpPr/>
          <p:nvPr/>
        </p:nvSpPr>
        <p:spPr>
          <a:xfrm>
            <a:off x="3367663" y="4060247"/>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3" name="Oval 32">
            <a:extLst>
              <a:ext uri="{FF2B5EF4-FFF2-40B4-BE49-F238E27FC236}">
                <a16:creationId xmlns:a16="http://schemas.microsoft.com/office/drawing/2014/main" id="{C4C7BD43-5326-A0B2-CF44-D65E06240D2D}"/>
              </a:ext>
            </a:extLst>
          </p:cNvPr>
          <p:cNvSpPr/>
          <p:nvPr/>
        </p:nvSpPr>
        <p:spPr>
          <a:xfrm>
            <a:off x="3715075" y="5214066"/>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4" name="Oval 33">
            <a:extLst>
              <a:ext uri="{FF2B5EF4-FFF2-40B4-BE49-F238E27FC236}">
                <a16:creationId xmlns:a16="http://schemas.microsoft.com/office/drawing/2014/main" id="{A5617980-85C3-120C-17A4-E064F2AAB9E6}"/>
              </a:ext>
            </a:extLst>
          </p:cNvPr>
          <p:cNvSpPr/>
          <p:nvPr/>
        </p:nvSpPr>
        <p:spPr>
          <a:xfrm>
            <a:off x="3900604" y="2797883"/>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5" name="Oval 34">
            <a:extLst>
              <a:ext uri="{FF2B5EF4-FFF2-40B4-BE49-F238E27FC236}">
                <a16:creationId xmlns:a16="http://schemas.microsoft.com/office/drawing/2014/main" id="{096CB28B-69E3-EA82-7341-85E56DEA3876}"/>
              </a:ext>
            </a:extLst>
          </p:cNvPr>
          <p:cNvSpPr/>
          <p:nvPr/>
        </p:nvSpPr>
        <p:spPr>
          <a:xfrm>
            <a:off x="3900604" y="4211885"/>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7" name="Oval 36">
            <a:extLst>
              <a:ext uri="{FF2B5EF4-FFF2-40B4-BE49-F238E27FC236}">
                <a16:creationId xmlns:a16="http://schemas.microsoft.com/office/drawing/2014/main" id="{986C2270-6C6F-40EB-D92E-925E8E2CC20A}"/>
              </a:ext>
            </a:extLst>
          </p:cNvPr>
          <p:cNvSpPr/>
          <p:nvPr/>
        </p:nvSpPr>
        <p:spPr>
          <a:xfrm>
            <a:off x="3900604" y="5641151"/>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8" name="Oval 37">
            <a:extLst>
              <a:ext uri="{FF2B5EF4-FFF2-40B4-BE49-F238E27FC236}">
                <a16:creationId xmlns:a16="http://schemas.microsoft.com/office/drawing/2014/main" id="{D9EDEF55-3BD7-C9C8-E5CE-C4A58C81B983}"/>
              </a:ext>
            </a:extLst>
          </p:cNvPr>
          <p:cNvSpPr/>
          <p:nvPr/>
        </p:nvSpPr>
        <p:spPr>
          <a:xfrm>
            <a:off x="3569482" y="3748385"/>
            <a:ext cx="196984" cy="1969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9" name="Oval 38">
            <a:extLst>
              <a:ext uri="{FF2B5EF4-FFF2-40B4-BE49-F238E27FC236}">
                <a16:creationId xmlns:a16="http://schemas.microsoft.com/office/drawing/2014/main" id="{CE7B12AE-FE49-37B6-8C38-B37C70B9F96C}"/>
              </a:ext>
            </a:extLst>
          </p:cNvPr>
          <p:cNvSpPr/>
          <p:nvPr/>
        </p:nvSpPr>
        <p:spPr>
          <a:xfrm>
            <a:off x="3026339" y="4753749"/>
            <a:ext cx="196984" cy="1969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41" name="Oval 40">
            <a:extLst>
              <a:ext uri="{FF2B5EF4-FFF2-40B4-BE49-F238E27FC236}">
                <a16:creationId xmlns:a16="http://schemas.microsoft.com/office/drawing/2014/main" id="{B17753A3-33A3-024A-55BA-75BF75E0A10D}"/>
              </a:ext>
            </a:extLst>
          </p:cNvPr>
          <p:cNvSpPr/>
          <p:nvPr/>
        </p:nvSpPr>
        <p:spPr>
          <a:xfrm>
            <a:off x="3149091" y="5893758"/>
            <a:ext cx="196984" cy="1969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42" name="Oval 41">
            <a:extLst>
              <a:ext uri="{FF2B5EF4-FFF2-40B4-BE49-F238E27FC236}">
                <a16:creationId xmlns:a16="http://schemas.microsoft.com/office/drawing/2014/main" id="{82649918-1BA6-DB3F-535F-BC90AEC6A559}"/>
              </a:ext>
            </a:extLst>
          </p:cNvPr>
          <p:cNvSpPr/>
          <p:nvPr/>
        </p:nvSpPr>
        <p:spPr>
          <a:xfrm>
            <a:off x="3785748" y="3576934"/>
            <a:ext cx="196984" cy="1969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43" name="Oval 42">
            <a:extLst>
              <a:ext uri="{FF2B5EF4-FFF2-40B4-BE49-F238E27FC236}">
                <a16:creationId xmlns:a16="http://schemas.microsoft.com/office/drawing/2014/main" id="{8359ADE6-FD83-D8D5-5B11-FA2BA7FB3155}"/>
              </a:ext>
            </a:extLst>
          </p:cNvPr>
          <p:cNvSpPr/>
          <p:nvPr/>
        </p:nvSpPr>
        <p:spPr>
          <a:xfrm>
            <a:off x="3367663" y="4734279"/>
            <a:ext cx="196984" cy="1969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50" name="Oval 49">
            <a:extLst>
              <a:ext uri="{FF2B5EF4-FFF2-40B4-BE49-F238E27FC236}">
                <a16:creationId xmlns:a16="http://schemas.microsoft.com/office/drawing/2014/main" id="{DB69C1D0-BC61-E64B-3FB6-C28784A34EA0}"/>
              </a:ext>
            </a:extLst>
          </p:cNvPr>
          <p:cNvSpPr/>
          <p:nvPr/>
        </p:nvSpPr>
        <p:spPr>
          <a:xfrm>
            <a:off x="3420467" y="6063401"/>
            <a:ext cx="196984" cy="1969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51" name="TextBox 50">
            <a:extLst>
              <a:ext uri="{FF2B5EF4-FFF2-40B4-BE49-F238E27FC236}">
                <a16:creationId xmlns:a16="http://schemas.microsoft.com/office/drawing/2014/main" id="{A7097227-89E2-3C24-AEDF-BC2FB998F6C1}"/>
              </a:ext>
            </a:extLst>
          </p:cNvPr>
          <p:cNvSpPr txBox="1"/>
          <p:nvPr/>
        </p:nvSpPr>
        <p:spPr>
          <a:xfrm>
            <a:off x="3850506" y="1432024"/>
            <a:ext cx="181972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Grandview Display"/>
                <a:ea typeface="+mn-ea"/>
                <a:cs typeface="+mn-cs"/>
              </a:rPr>
              <a:t>Exchange traffic</a:t>
            </a:r>
          </a:p>
        </p:txBody>
      </p:sp>
      <p:cxnSp>
        <p:nvCxnSpPr>
          <p:cNvPr id="53" name="Straight Arrow Connector 52">
            <a:extLst>
              <a:ext uri="{FF2B5EF4-FFF2-40B4-BE49-F238E27FC236}">
                <a16:creationId xmlns:a16="http://schemas.microsoft.com/office/drawing/2014/main" id="{31CFACC3-FD70-A06B-8E88-85BF23D5E948}"/>
              </a:ext>
            </a:extLst>
          </p:cNvPr>
          <p:cNvCxnSpPr>
            <a:stCxn id="24" idx="5"/>
            <a:endCxn id="38" idx="1"/>
          </p:cNvCxnSpPr>
          <p:nvPr/>
        </p:nvCxnSpPr>
        <p:spPr>
          <a:xfrm>
            <a:off x="3223323" y="3253347"/>
            <a:ext cx="375007" cy="52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CD22ECDD-54E4-F5D3-5086-56B87710EAC5}"/>
              </a:ext>
            </a:extLst>
          </p:cNvPr>
          <p:cNvCxnSpPr>
            <a:cxnSpLocks/>
            <a:stCxn id="13" idx="6"/>
            <a:endCxn id="34" idx="2"/>
          </p:cNvCxnSpPr>
          <p:nvPr/>
        </p:nvCxnSpPr>
        <p:spPr>
          <a:xfrm flipV="1">
            <a:off x="2250706" y="2896375"/>
            <a:ext cx="1649898" cy="1704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22AF817E-D09E-8AD5-AE85-9C28353B34EE}"/>
              </a:ext>
            </a:extLst>
          </p:cNvPr>
          <p:cNvCxnSpPr>
            <a:cxnSpLocks/>
            <a:stCxn id="30" idx="5"/>
            <a:endCxn id="42" idx="1"/>
          </p:cNvCxnSpPr>
          <p:nvPr/>
        </p:nvCxnSpPr>
        <p:spPr>
          <a:xfrm>
            <a:off x="3457314" y="3069265"/>
            <a:ext cx="357282" cy="536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6BD0394A-7FCA-1088-8CFD-356C668D9110}"/>
              </a:ext>
            </a:extLst>
          </p:cNvPr>
          <p:cNvCxnSpPr>
            <a:cxnSpLocks/>
            <a:stCxn id="13" idx="6"/>
            <a:endCxn id="18" idx="2"/>
          </p:cNvCxnSpPr>
          <p:nvPr/>
        </p:nvCxnSpPr>
        <p:spPr>
          <a:xfrm flipV="1">
            <a:off x="2250706" y="3189342"/>
            <a:ext cx="1649898" cy="1411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6675879-19DA-39A7-D03B-8AAF2A6E3F75}"/>
              </a:ext>
            </a:extLst>
          </p:cNvPr>
          <p:cNvCxnSpPr>
            <a:stCxn id="13" idx="6"/>
            <a:endCxn id="35" idx="2"/>
          </p:cNvCxnSpPr>
          <p:nvPr/>
        </p:nvCxnSpPr>
        <p:spPr>
          <a:xfrm flipV="1">
            <a:off x="2250706" y="4310377"/>
            <a:ext cx="1649898" cy="2900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6EF54E53-7FCE-0D97-D2E7-0B0806EA9140}"/>
              </a:ext>
            </a:extLst>
          </p:cNvPr>
          <p:cNvCxnSpPr>
            <a:stCxn id="13" idx="6"/>
            <a:endCxn id="20" idx="2"/>
          </p:cNvCxnSpPr>
          <p:nvPr/>
        </p:nvCxnSpPr>
        <p:spPr>
          <a:xfrm>
            <a:off x="2250706" y="4600395"/>
            <a:ext cx="1649898" cy="182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D7031CAC-D84D-4CB2-1959-DDC49AE62AAE}"/>
              </a:ext>
            </a:extLst>
          </p:cNvPr>
          <p:cNvCxnSpPr>
            <a:cxnSpLocks/>
            <a:stCxn id="27" idx="5"/>
            <a:endCxn id="39" idx="1"/>
          </p:cNvCxnSpPr>
          <p:nvPr/>
        </p:nvCxnSpPr>
        <p:spPr>
          <a:xfrm flipH="1">
            <a:off x="3055187" y="4299742"/>
            <a:ext cx="126294" cy="482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E26DC6BE-586F-E2B7-1196-93EA8A795860}"/>
              </a:ext>
            </a:extLst>
          </p:cNvPr>
          <p:cNvCxnSpPr>
            <a:cxnSpLocks/>
            <a:stCxn id="31" idx="5"/>
            <a:endCxn id="43" idx="1"/>
          </p:cNvCxnSpPr>
          <p:nvPr/>
        </p:nvCxnSpPr>
        <p:spPr>
          <a:xfrm flipH="1">
            <a:off x="3396511" y="4228383"/>
            <a:ext cx="139288" cy="534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A6D4DE4-82DB-9791-DEC0-85FF17CCB7A9}"/>
              </a:ext>
            </a:extLst>
          </p:cNvPr>
          <p:cNvCxnSpPr>
            <a:cxnSpLocks/>
            <a:stCxn id="4" idx="6"/>
            <a:endCxn id="13" idx="2"/>
          </p:cNvCxnSpPr>
          <p:nvPr/>
        </p:nvCxnSpPr>
        <p:spPr>
          <a:xfrm>
            <a:off x="1066800" y="3181005"/>
            <a:ext cx="986922" cy="14193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B671EAE2-99C7-A4C1-5671-E7397CFBD138}"/>
              </a:ext>
            </a:extLst>
          </p:cNvPr>
          <p:cNvCxnSpPr>
            <a:stCxn id="5" idx="6"/>
            <a:endCxn id="13" idx="2"/>
          </p:cNvCxnSpPr>
          <p:nvPr/>
        </p:nvCxnSpPr>
        <p:spPr>
          <a:xfrm flipV="1">
            <a:off x="1066800" y="4600395"/>
            <a:ext cx="986922" cy="98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DCC98E33-9ECD-2575-EE89-EA6C41259691}"/>
              </a:ext>
            </a:extLst>
          </p:cNvPr>
          <p:cNvCxnSpPr>
            <a:cxnSpLocks/>
            <a:stCxn id="7" idx="6"/>
            <a:endCxn id="13" idx="2"/>
          </p:cNvCxnSpPr>
          <p:nvPr/>
        </p:nvCxnSpPr>
        <p:spPr>
          <a:xfrm flipV="1">
            <a:off x="1066800" y="4600395"/>
            <a:ext cx="986922" cy="14391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04A08F32-9B9A-B4C0-D980-3B434A68F1A9}"/>
              </a:ext>
            </a:extLst>
          </p:cNvPr>
          <p:cNvCxnSpPr>
            <a:stCxn id="29" idx="5"/>
            <a:endCxn id="41" idx="1"/>
          </p:cNvCxnSpPr>
          <p:nvPr/>
        </p:nvCxnSpPr>
        <p:spPr>
          <a:xfrm flipH="1">
            <a:off x="3177939" y="5276142"/>
            <a:ext cx="392101" cy="6464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F95ED51D-488A-47C6-EC71-5584D86AC56B}"/>
              </a:ext>
            </a:extLst>
          </p:cNvPr>
          <p:cNvCxnSpPr>
            <a:cxnSpLocks/>
            <a:stCxn id="33" idx="5"/>
            <a:endCxn id="50" idx="1"/>
          </p:cNvCxnSpPr>
          <p:nvPr/>
        </p:nvCxnSpPr>
        <p:spPr>
          <a:xfrm flipH="1">
            <a:off x="3449315" y="5382202"/>
            <a:ext cx="433896" cy="7100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6A0A1F93-3319-5D19-E9CE-28BF8000699E}"/>
              </a:ext>
            </a:extLst>
          </p:cNvPr>
          <p:cNvCxnSpPr>
            <a:cxnSpLocks/>
            <a:stCxn id="13" idx="6"/>
            <a:endCxn id="37" idx="2"/>
          </p:cNvCxnSpPr>
          <p:nvPr/>
        </p:nvCxnSpPr>
        <p:spPr>
          <a:xfrm>
            <a:off x="2250706" y="4600395"/>
            <a:ext cx="1649898" cy="1139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E11CF2F0-48F6-6EAB-D8C4-FF50AAA1A650}"/>
              </a:ext>
            </a:extLst>
          </p:cNvPr>
          <p:cNvCxnSpPr>
            <a:cxnSpLocks/>
            <a:stCxn id="13" idx="6"/>
            <a:endCxn id="22" idx="2"/>
          </p:cNvCxnSpPr>
          <p:nvPr/>
        </p:nvCxnSpPr>
        <p:spPr>
          <a:xfrm>
            <a:off x="2250706" y="4600395"/>
            <a:ext cx="1649898" cy="14474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Connector: Elbow 119">
            <a:extLst>
              <a:ext uri="{FF2B5EF4-FFF2-40B4-BE49-F238E27FC236}">
                <a16:creationId xmlns:a16="http://schemas.microsoft.com/office/drawing/2014/main" id="{2220CA4C-0FC0-6616-071D-68AA75508136}"/>
              </a:ext>
            </a:extLst>
          </p:cNvPr>
          <p:cNvCxnSpPr>
            <a:stCxn id="51" idx="1"/>
          </p:cNvCxnSpPr>
          <p:nvPr/>
        </p:nvCxnSpPr>
        <p:spPr>
          <a:xfrm rot="10800000" flipV="1">
            <a:off x="3142762" y="1616690"/>
            <a:ext cx="707745" cy="8591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1" name="Oval 120">
            <a:extLst>
              <a:ext uri="{FF2B5EF4-FFF2-40B4-BE49-F238E27FC236}">
                <a16:creationId xmlns:a16="http://schemas.microsoft.com/office/drawing/2014/main" id="{2CF917D5-EECA-401C-9143-AAB0B8E82D58}"/>
              </a:ext>
            </a:extLst>
          </p:cNvPr>
          <p:cNvSpPr/>
          <p:nvPr/>
        </p:nvSpPr>
        <p:spPr>
          <a:xfrm>
            <a:off x="5739816" y="3090850"/>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Grandview Display"/>
              <a:ea typeface="+mn-ea"/>
              <a:cs typeface="+mn-cs"/>
            </a:endParaRPr>
          </a:p>
        </p:txBody>
      </p:sp>
      <p:sp>
        <p:nvSpPr>
          <p:cNvPr id="122" name="Oval 121">
            <a:extLst>
              <a:ext uri="{FF2B5EF4-FFF2-40B4-BE49-F238E27FC236}">
                <a16:creationId xmlns:a16="http://schemas.microsoft.com/office/drawing/2014/main" id="{543A0C11-4A59-FC8C-7C86-379A6D2F3BA5}"/>
              </a:ext>
            </a:extLst>
          </p:cNvPr>
          <p:cNvSpPr/>
          <p:nvPr/>
        </p:nvSpPr>
        <p:spPr>
          <a:xfrm>
            <a:off x="5739816" y="4520116"/>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123" name="Oval 122">
            <a:extLst>
              <a:ext uri="{FF2B5EF4-FFF2-40B4-BE49-F238E27FC236}">
                <a16:creationId xmlns:a16="http://schemas.microsoft.com/office/drawing/2014/main" id="{8F1E4A50-F54B-7663-6F15-F2F05FD43B24}"/>
              </a:ext>
            </a:extLst>
          </p:cNvPr>
          <p:cNvSpPr/>
          <p:nvPr/>
        </p:nvSpPr>
        <p:spPr>
          <a:xfrm>
            <a:off x="5739816" y="5949382"/>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139" name="Oval 138">
            <a:extLst>
              <a:ext uri="{FF2B5EF4-FFF2-40B4-BE49-F238E27FC236}">
                <a16:creationId xmlns:a16="http://schemas.microsoft.com/office/drawing/2014/main" id="{85B4F1E3-53A3-E521-EB62-B771F1D1687E}"/>
              </a:ext>
            </a:extLst>
          </p:cNvPr>
          <p:cNvSpPr/>
          <p:nvPr/>
        </p:nvSpPr>
        <p:spPr>
          <a:xfrm>
            <a:off x="5739816" y="2797883"/>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140" name="Oval 139">
            <a:extLst>
              <a:ext uri="{FF2B5EF4-FFF2-40B4-BE49-F238E27FC236}">
                <a16:creationId xmlns:a16="http://schemas.microsoft.com/office/drawing/2014/main" id="{BC0AE1B1-5281-0C55-5D9C-F19AB849E605}"/>
              </a:ext>
            </a:extLst>
          </p:cNvPr>
          <p:cNvSpPr/>
          <p:nvPr/>
        </p:nvSpPr>
        <p:spPr>
          <a:xfrm>
            <a:off x="5739816" y="4211885"/>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141" name="Oval 140">
            <a:extLst>
              <a:ext uri="{FF2B5EF4-FFF2-40B4-BE49-F238E27FC236}">
                <a16:creationId xmlns:a16="http://schemas.microsoft.com/office/drawing/2014/main" id="{5161A8CF-72BA-3E79-BEBB-89BC0FB1DEE0}"/>
              </a:ext>
            </a:extLst>
          </p:cNvPr>
          <p:cNvSpPr/>
          <p:nvPr/>
        </p:nvSpPr>
        <p:spPr>
          <a:xfrm>
            <a:off x="5739816" y="5641151"/>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142" name="Oval 141">
            <a:extLst>
              <a:ext uri="{FF2B5EF4-FFF2-40B4-BE49-F238E27FC236}">
                <a16:creationId xmlns:a16="http://schemas.microsoft.com/office/drawing/2014/main" id="{3A1960DD-4291-E6CC-A96D-6C2D3DBFFAE3}"/>
              </a:ext>
            </a:extLst>
          </p:cNvPr>
          <p:cNvSpPr/>
          <p:nvPr/>
        </p:nvSpPr>
        <p:spPr>
          <a:xfrm>
            <a:off x="5739816" y="3694197"/>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143" name="Oval 142">
            <a:extLst>
              <a:ext uri="{FF2B5EF4-FFF2-40B4-BE49-F238E27FC236}">
                <a16:creationId xmlns:a16="http://schemas.microsoft.com/office/drawing/2014/main" id="{6D771D39-1E0B-203C-F896-2A32A52C5A99}"/>
              </a:ext>
            </a:extLst>
          </p:cNvPr>
          <p:cNvSpPr/>
          <p:nvPr/>
        </p:nvSpPr>
        <p:spPr>
          <a:xfrm>
            <a:off x="5739816" y="5123463"/>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144" name="Oval 143">
            <a:extLst>
              <a:ext uri="{FF2B5EF4-FFF2-40B4-BE49-F238E27FC236}">
                <a16:creationId xmlns:a16="http://schemas.microsoft.com/office/drawing/2014/main" id="{BC0A68C2-47CC-21DA-5EA2-686E812628C1}"/>
              </a:ext>
            </a:extLst>
          </p:cNvPr>
          <p:cNvSpPr/>
          <p:nvPr/>
        </p:nvSpPr>
        <p:spPr>
          <a:xfrm>
            <a:off x="5739816" y="6552729"/>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145" name="Oval 144">
            <a:extLst>
              <a:ext uri="{FF2B5EF4-FFF2-40B4-BE49-F238E27FC236}">
                <a16:creationId xmlns:a16="http://schemas.microsoft.com/office/drawing/2014/main" id="{4DDBBAC2-D1E7-DF5A-F193-74400F2965E0}"/>
              </a:ext>
            </a:extLst>
          </p:cNvPr>
          <p:cNvSpPr/>
          <p:nvPr/>
        </p:nvSpPr>
        <p:spPr>
          <a:xfrm>
            <a:off x="5739816" y="3401230"/>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146" name="Oval 145">
            <a:extLst>
              <a:ext uri="{FF2B5EF4-FFF2-40B4-BE49-F238E27FC236}">
                <a16:creationId xmlns:a16="http://schemas.microsoft.com/office/drawing/2014/main" id="{B82CE7AA-4587-63C1-1489-774D5C479C7D}"/>
              </a:ext>
            </a:extLst>
          </p:cNvPr>
          <p:cNvSpPr/>
          <p:nvPr/>
        </p:nvSpPr>
        <p:spPr>
          <a:xfrm>
            <a:off x="5739816" y="4815232"/>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148" name="Oval 147">
            <a:extLst>
              <a:ext uri="{FF2B5EF4-FFF2-40B4-BE49-F238E27FC236}">
                <a16:creationId xmlns:a16="http://schemas.microsoft.com/office/drawing/2014/main" id="{E96BE87B-C96D-C2BF-32AD-A9A13032CBF5}"/>
              </a:ext>
            </a:extLst>
          </p:cNvPr>
          <p:cNvSpPr/>
          <p:nvPr/>
        </p:nvSpPr>
        <p:spPr>
          <a:xfrm>
            <a:off x="5739816" y="6244498"/>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cxnSp>
        <p:nvCxnSpPr>
          <p:cNvPr id="156" name="Straight Arrow Connector 155">
            <a:extLst>
              <a:ext uri="{FF2B5EF4-FFF2-40B4-BE49-F238E27FC236}">
                <a16:creationId xmlns:a16="http://schemas.microsoft.com/office/drawing/2014/main" id="{AE5CD87D-3E17-908A-7B10-35E9D7CD4AC9}"/>
              </a:ext>
            </a:extLst>
          </p:cNvPr>
          <p:cNvCxnSpPr>
            <a:stCxn id="34" idx="6"/>
            <a:endCxn id="139" idx="1"/>
          </p:cNvCxnSpPr>
          <p:nvPr/>
        </p:nvCxnSpPr>
        <p:spPr>
          <a:xfrm>
            <a:off x="4097588" y="2896375"/>
            <a:ext cx="16422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357D97AA-48F1-E2F0-7292-A2877D43E151}"/>
              </a:ext>
            </a:extLst>
          </p:cNvPr>
          <p:cNvCxnSpPr>
            <a:stCxn id="34" idx="6"/>
            <a:endCxn id="121" idx="2"/>
          </p:cNvCxnSpPr>
          <p:nvPr/>
        </p:nvCxnSpPr>
        <p:spPr>
          <a:xfrm>
            <a:off x="4097588" y="2896375"/>
            <a:ext cx="1642228" cy="2929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2C518469-E479-99D7-DF0D-B0F9B56BEBDE}"/>
              </a:ext>
            </a:extLst>
          </p:cNvPr>
          <p:cNvCxnSpPr>
            <a:stCxn id="18" idx="6"/>
            <a:endCxn id="145" idx="2"/>
          </p:cNvCxnSpPr>
          <p:nvPr/>
        </p:nvCxnSpPr>
        <p:spPr>
          <a:xfrm>
            <a:off x="4097588" y="3189342"/>
            <a:ext cx="1642228" cy="310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AA2430C1-34B3-F2EF-DCBF-651FAD048CAC}"/>
              </a:ext>
            </a:extLst>
          </p:cNvPr>
          <p:cNvCxnSpPr>
            <a:stCxn id="18" idx="6"/>
            <a:endCxn id="142" idx="2"/>
          </p:cNvCxnSpPr>
          <p:nvPr/>
        </p:nvCxnSpPr>
        <p:spPr>
          <a:xfrm>
            <a:off x="4097588" y="3189342"/>
            <a:ext cx="1642228" cy="6033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DD1CB54A-E721-46D8-1157-90FF71BFB62A}"/>
              </a:ext>
            </a:extLst>
          </p:cNvPr>
          <p:cNvCxnSpPr>
            <a:stCxn id="35" idx="6"/>
            <a:endCxn id="140" idx="2"/>
          </p:cNvCxnSpPr>
          <p:nvPr/>
        </p:nvCxnSpPr>
        <p:spPr>
          <a:xfrm>
            <a:off x="4097588" y="4310377"/>
            <a:ext cx="16422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a:extLst>
              <a:ext uri="{FF2B5EF4-FFF2-40B4-BE49-F238E27FC236}">
                <a16:creationId xmlns:a16="http://schemas.microsoft.com/office/drawing/2014/main" id="{8DB3FDE9-0DDB-AAEE-D502-EE8B6CABACE4}"/>
              </a:ext>
            </a:extLst>
          </p:cNvPr>
          <p:cNvCxnSpPr>
            <a:stCxn id="20" idx="6"/>
            <a:endCxn id="146" idx="2"/>
          </p:cNvCxnSpPr>
          <p:nvPr/>
        </p:nvCxnSpPr>
        <p:spPr>
          <a:xfrm>
            <a:off x="4097588" y="4618608"/>
            <a:ext cx="1642228" cy="295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7B08F7B6-AAC3-0049-CD71-F2D462318CBF}"/>
              </a:ext>
            </a:extLst>
          </p:cNvPr>
          <p:cNvCxnSpPr>
            <a:stCxn id="35" idx="6"/>
            <a:endCxn id="122" idx="2"/>
          </p:cNvCxnSpPr>
          <p:nvPr/>
        </p:nvCxnSpPr>
        <p:spPr>
          <a:xfrm>
            <a:off x="4097588" y="4310377"/>
            <a:ext cx="1642228" cy="3082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3877CE6D-9F27-D176-1641-E760D2432E32}"/>
              </a:ext>
            </a:extLst>
          </p:cNvPr>
          <p:cNvCxnSpPr>
            <a:cxnSpLocks/>
            <a:stCxn id="20" idx="6"/>
            <a:endCxn id="143" idx="2"/>
          </p:cNvCxnSpPr>
          <p:nvPr/>
        </p:nvCxnSpPr>
        <p:spPr>
          <a:xfrm>
            <a:off x="4097588" y="4618608"/>
            <a:ext cx="1642228" cy="6033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67B5EB67-749A-B821-B5F6-71EFD0A6F73D}"/>
              </a:ext>
            </a:extLst>
          </p:cNvPr>
          <p:cNvCxnSpPr>
            <a:stCxn id="37" idx="6"/>
            <a:endCxn id="141" idx="2"/>
          </p:cNvCxnSpPr>
          <p:nvPr/>
        </p:nvCxnSpPr>
        <p:spPr>
          <a:xfrm>
            <a:off x="4097588" y="5739643"/>
            <a:ext cx="16422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EF234907-8BEF-4C42-2B6C-84E4492773A3}"/>
              </a:ext>
            </a:extLst>
          </p:cNvPr>
          <p:cNvCxnSpPr>
            <a:stCxn id="37" idx="6"/>
            <a:endCxn id="123" idx="2"/>
          </p:cNvCxnSpPr>
          <p:nvPr/>
        </p:nvCxnSpPr>
        <p:spPr>
          <a:xfrm>
            <a:off x="4097588" y="5739643"/>
            <a:ext cx="1642228" cy="3082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a:extLst>
              <a:ext uri="{FF2B5EF4-FFF2-40B4-BE49-F238E27FC236}">
                <a16:creationId xmlns:a16="http://schemas.microsoft.com/office/drawing/2014/main" id="{404EBF2D-2D49-3AD5-A08B-3983CB9499B8}"/>
              </a:ext>
            </a:extLst>
          </p:cNvPr>
          <p:cNvCxnSpPr>
            <a:stCxn id="22" idx="6"/>
            <a:endCxn id="148" idx="2"/>
          </p:cNvCxnSpPr>
          <p:nvPr/>
        </p:nvCxnSpPr>
        <p:spPr>
          <a:xfrm>
            <a:off x="4097588" y="6047874"/>
            <a:ext cx="1642228" cy="295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EDFE4925-D748-C57D-BF22-0B7D1A86CEE9}"/>
              </a:ext>
            </a:extLst>
          </p:cNvPr>
          <p:cNvCxnSpPr>
            <a:stCxn id="22" idx="6"/>
            <a:endCxn id="144" idx="2"/>
          </p:cNvCxnSpPr>
          <p:nvPr/>
        </p:nvCxnSpPr>
        <p:spPr>
          <a:xfrm>
            <a:off x="4097588" y="6047874"/>
            <a:ext cx="1642228" cy="6033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1" name="Oval 210">
            <a:extLst>
              <a:ext uri="{FF2B5EF4-FFF2-40B4-BE49-F238E27FC236}">
                <a16:creationId xmlns:a16="http://schemas.microsoft.com/office/drawing/2014/main" id="{EA6BFA3B-DBA4-F42E-B324-DEBC6A943CFE}"/>
              </a:ext>
            </a:extLst>
          </p:cNvPr>
          <p:cNvSpPr/>
          <p:nvPr/>
        </p:nvSpPr>
        <p:spPr>
          <a:xfrm>
            <a:off x="4156430" y="2542340"/>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13" name="Oval 212">
            <a:extLst>
              <a:ext uri="{FF2B5EF4-FFF2-40B4-BE49-F238E27FC236}">
                <a16:creationId xmlns:a16="http://schemas.microsoft.com/office/drawing/2014/main" id="{9F14DB32-8FDB-F623-2799-60D4323FA242}"/>
              </a:ext>
            </a:extLst>
          </p:cNvPr>
          <p:cNvSpPr/>
          <p:nvPr/>
        </p:nvSpPr>
        <p:spPr>
          <a:xfrm>
            <a:off x="4156430" y="3971606"/>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15" name="Oval 214">
            <a:extLst>
              <a:ext uri="{FF2B5EF4-FFF2-40B4-BE49-F238E27FC236}">
                <a16:creationId xmlns:a16="http://schemas.microsoft.com/office/drawing/2014/main" id="{1E22A0B0-4A17-A095-20D7-4839144A2A11}"/>
              </a:ext>
            </a:extLst>
          </p:cNvPr>
          <p:cNvSpPr/>
          <p:nvPr/>
        </p:nvSpPr>
        <p:spPr>
          <a:xfrm>
            <a:off x="4156430" y="5348363"/>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17" name="Oval 216">
            <a:extLst>
              <a:ext uri="{FF2B5EF4-FFF2-40B4-BE49-F238E27FC236}">
                <a16:creationId xmlns:a16="http://schemas.microsoft.com/office/drawing/2014/main" id="{131FD92F-44C6-7FF1-CB5C-74C8FFEA5FC0}"/>
              </a:ext>
            </a:extLst>
          </p:cNvPr>
          <p:cNvSpPr/>
          <p:nvPr/>
        </p:nvSpPr>
        <p:spPr>
          <a:xfrm>
            <a:off x="4457418" y="2580127"/>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19" name="Oval 218">
            <a:extLst>
              <a:ext uri="{FF2B5EF4-FFF2-40B4-BE49-F238E27FC236}">
                <a16:creationId xmlns:a16="http://schemas.microsoft.com/office/drawing/2014/main" id="{11DC7628-AF35-BF5C-DC78-D7C563446B8C}"/>
              </a:ext>
            </a:extLst>
          </p:cNvPr>
          <p:cNvSpPr/>
          <p:nvPr/>
        </p:nvSpPr>
        <p:spPr>
          <a:xfrm>
            <a:off x="4457418" y="4009393"/>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21" name="Oval 220">
            <a:extLst>
              <a:ext uri="{FF2B5EF4-FFF2-40B4-BE49-F238E27FC236}">
                <a16:creationId xmlns:a16="http://schemas.microsoft.com/office/drawing/2014/main" id="{C35404F7-248C-561B-62E8-B4F18772F4FD}"/>
              </a:ext>
            </a:extLst>
          </p:cNvPr>
          <p:cNvSpPr/>
          <p:nvPr/>
        </p:nvSpPr>
        <p:spPr>
          <a:xfrm>
            <a:off x="4457418" y="5386150"/>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24" name="Oval 223">
            <a:extLst>
              <a:ext uri="{FF2B5EF4-FFF2-40B4-BE49-F238E27FC236}">
                <a16:creationId xmlns:a16="http://schemas.microsoft.com/office/drawing/2014/main" id="{58E8DF14-487C-32F2-3A29-66A852741C70}"/>
              </a:ext>
            </a:extLst>
          </p:cNvPr>
          <p:cNvSpPr/>
          <p:nvPr/>
        </p:nvSpPr>
        <p:spPr>
          <a:xfrm>
            <a:off x="4517762" y="3559315"/>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27" name="Oval 226">
            <a:extLst>
              <a:ext uri="{FF2B5EF4-FFF2-40B4-BE49-F238E27FC236}">
                <a16:creationId xmlns:a16="http://schemas.microsoft.com/office/drawing/2014/main" id="{59C0ED88-2BEB-5E8C-D0F9-95874747161A}"/>
              </a:ext>
            </a:extLst>
          </p:cNvPr>
          <p:cNvSpPr/>
          <p:nvPr/>
        </p:nvSpPr>
        <p:spPr>
          <a:xfrm>
            <a:off x="4517762" y="4971524"/>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29" name="Oval 228">
            <a:extLst>
              <a:ext uri="{FF2B5EF4-FFF2-40B4-BE49-F238E27FC236}">
                <a16:creationId xmlns:a16="http://schemas.microsoft.com/office/drawing/2014/main" id="{70C26E3E-BBA5-0C60-EF81-3F1FF8F685E1}"/>
              </a:ext>
            </a:extLst>
          </p:cNvPr>
          <p:cNvSpPr/>
          <p:nvPr/>
        </p:nvSpPr>
        <p:spPr>
          <a:xfrm>
            <a:off x="4517762" y="6400790"/>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30" name="Oval 229">
            <a:extLst>
              <a:ext uri="{FF2B5EF4-FFF2-40B4-BE49-F238E27FC236}">
                <a16:creationId xmlns:a16="http://schemas.microsoft.com/office/drawing/2014/main" id="{F05399BE-8B16-EE2D-922D-0DB53F78C0F3}"/>
              </a:ext>
            </a:extLst>
          </p:cNvPr>
          <p:cNvSpPr/>
          <p:nvPr/>
        </p:nvSpPr>
        <p:spPr>
          <a:xfrm>
            <a:off x="4806225" y="3591792"/>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31" name="Oval 230">
            <a:extLst>
              <a:ext uri="{FF2B5EF4-FFF2-40B4-BE49-F238E27FC236}">
                <a16:creationId xmlns:a16="http://schemas.microsoft.com/office/drawing/2014/main" id="{FF50EC2E-8357-5B72-A23A-7A146BA1FF00}"/>
              </a:ext>
            </a:extLst>
          </p:cNvPr>
          <p:cNvSpPr/>
          <p:nvPr/>
        </p:nvSpPr>
        <p:spPr>
          <a:xfrm>
            <a:off x="4806225" y="4968549"/>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33" name="Oval 232">
            <a:extLst>
              <a:ext uri="{FF2B5EF4-FFF2-40B4-BE49-F238E27FC236}">
                <a16:creationId xmlns:a16="http://schemas.microsoft.com/office/drawing/2014/main" id="{32C820CD-1DE1-686D-5DDA-0F09E3C9E16C}"/>
              </a:ext>
            </a:extLst>
          </p:cNvPr>
          <p:cNvSpPr/>
          <p:nvPr/>
        </p:nvSpPr>
        <p:spPr>
          <a:xfrm>
            <a:off x="4806225" y="6397815"/>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cxnSp>
        <p:nvCxnSpPr>
          <p:cNvPr id="235" name="Straight Arrow Connector 234">
            <a:extLst>
              <a:ext uri="{FF2B5EF4-FFF2-40B4-BE49-F238E27FC236}">
                <a16:creationId xmlns:a16="http://schemas.microsoft.com/office/drawing/2014/main" id="{FEF277B8-6E47-B03F-A4C3-6005D34B127E}"/>
              </a:ext>
            </a:extLst>
          </p:cNvPr>
          <p:cNvCxnSpPr>
            <a:stCxn id="211" idx="5"/>
            <a:endCxn id="224" idx="1"/>
          </p:cNvCxnSpPr>
          <p:nvPr/>
        </p:nvCxnSpPr>
        <p:spPr>
          <a:xfrm>
            <a:off x="4324566" y="2710476"/>
            <a:ext cx="222044" cy="8776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7" name="Straight Arrow Connector 236">
            <a:extLst>
              <a:ext uri="{FF2B5EF4-FFF2-40B4-BE49-F238E27FC236}">
                <a16:creationId xmlns:a16="http://schemas.microsoft.com/office/drawing/2014/main" id="{5C894B68-86D1-852B-9DCC-E0DDEAD25050}"/>
              </a:ext>
            </a:extLst>
          </p:cNvPr>
          <p:cNvCxnSpPr>
            <a:stCxn id="217" idx="5"/>
            <a:endCxn id="230" idx="1"/>
          </p:cNvCxnSpPr>
          <p:nvPr/>
        </p:nvCxnSpPr>
        <p:spPr>
          <a:xfrm>
            <a:off x="4625554" y="2748263"/>
            <a:ext cx="209519" cy="872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9" name="Straight Arrow Connector 238">
            <a:extLst>
              <a:ext uri="{FF2B5EF4-FFF2-40B4-BE49-F238E27FC236}">
                <a16:creationId xmlns:a16="http://schemas.microsoft.com/office/drawing/2014/main" id="{390FBC66-6946-725B-5445-FC2AD4D71F21}"/>
              </a:ext>
            </a:extLst>
          </p:cNvPr>
          <p:cNvCxnSpPr>
            <a:cxnSpLocks/>
            <a:stCxn id="213" idx="5"/>
            <a:endCxn id="227" idx="1"/>
          </p:cNvCxnSpPr>
          <p:nvPr/>
        </p:nvCxnSpPr>
        <p:spPr>
          <a:xfrm>
            <a:off x="4324566" y="4139742"/>
            <a:ext cx="222044" cy="860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1" name="Straight Arrow Connector 240">
            <a:extLst>
              <a:ext uri="{FF2B5EF4-FFF2-40B4-BE49-F238E27FC236}">
                <a16:creationId xmlns:a16="http://schemas.microsoft.com/office/drawing/2014/main" id="{21F3B217-1A38-5CB9-4F27-35E3FB346DC6}"/>
              </a:ext>
            </a:extLst>
          </p:cNvPr>
          <p:cNvCxnSpPr>
            <a:stCxn id="219" idx="5"/>
            <a:endCxn id="231" idx="1"/>
          </p:cNvCxnSpPr>
          <p:nvPr/>
        </p:nvCxnSpPr>
        <p:spPr>
          <a:xfrm>
            <a:off x="4625554" y="4177529"/>
            <a:ext cx="209519" cy="8198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2" name="Straight Arrow Connector 241">
            <a:extLst>
              <a:ext uri="{FF2B5EF4-FFF2-40B4-BE49-F238E27FC236}">
                <a16:creationId xmlns:a16="http://schemas.microsoft.com/office/drawing/2014/main" id="{FFE0E4FF-2268-1BED-D2E2-C71AEE3559C9}"/>
              </a:ext>
            </a:extLst>
          </p:cNvPr>
          <p:cNvCxnSpPr>
            <a:stCxn id="215" idx="5"/>
            <a:endCxn id="229" idx="1"/>
          </p:cNvCxnSpPr>
          <p:nvPr/>
        </p:nvCxnSpPr>
        <p:spPr>
          <a:xfrm>
            <a:off x="4324566" y="5516499"/>
            <a:ext cx="222044" cy="913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3" name="Straight Arrow Connector 242">
            <a:extLst>
              <a:ext uri="{FF2B5EF4-FFF2-40B4-BE49-F238E27FC236}">
                <a16:creationId xmlns:a16="http://schemas.microsoft.com/office/drawing/2014/main" id="{8C6347A5-B8D1-2CE7-5FAB-FB5914B90E4C}"/>
              </a:ext>
            </a:extLst>
          </p:cNvPr>
          <p:cNvCxnSpPr>
            <a:stCxn id="221" idx="5"/>
            <a:endCxn id="233" idx="1"/>
          </p:cNvCxnSpPr>
          <p:nvPr/>
        </p:nvCxnSpPr>
        <p:spPr>
          <a:xfrm>
            <a:off x="4625554" y="5554286"/>
            <a:ext cx="209519" cy="872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7" name="Oval 256">
            <a:extLst>
              <a:ext uri="{FF2B5EF4-FFF2-40B4-BE49-F238E27FC236}">
                <a16:creationId xmlns:a16="http://schemas.microsoft.com/office/drawing/2014/main" id="{69EA3040-9870-225C-02A5-4939DECE27BC}"/>
              </a:ext>
            </a:extLst>
          </p:cNvPr>
          <p:cNvSpPr/>
          <p:nvPr/>
        </p:nvSpPr>
        <p:spPr>
          <a:xfrm>
            <a:off x="4735703" y="2620771"/>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58" name="Oval 257">
            <a:extLst>
              <a:ext uri="{FF2B5EF4-FFF2-40B4-BE49-F238E27FC236}">
                <a16:creationId xmlns:a16="http://schemas.microsoft.com/office/drawing/2014/main" id="{5C8A04EA-0B94-31EA-5BBA-1F832D4535F0}"/>
              </a:ext>
            </a:extLst>
          </p:cNvPr>
          <p:cNvSpPr/>
          <p:nvPr/>
        </p:nvSpPr>
        <p:spPr>
          <a:xfrm>
            <a:off x="4735703" y="4050037"/>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59" name="Oval 258">
            <a:extLst>
              <a:ext uri="{FF2B5EF4-FFF2-40B4-BE49-F238E27FC236}">
                <a16:creationId xmlns:a16="http://schemas.microsoft.com/office/drawing/2014/main" id="{73FFDA9B-2E50-D536-FFFF-00C1567D919A}"/>
              </a:ext>
            </a:extLst>
          </p:cNvPr>
          <p:cNvSpPr/>
          <p:nvPr/>
        </p:nvSpPr>
        <p:spPr>
          <a:xfrm>
            <a:off x="4735703" y="5426794"/>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60" name="Oval 259">
            <a:extLst>
              <a:ext uri="{FF2B5EF4-FFF2-40B4-BE49-F238E27FC236}">
                <a16:creationId xmlns:a16="http://schemas.microsoft.com/office/drawing/2014/main" id="{A7C6BF29-F89E-141D-EA9C-0B2FA8BDB169}"/>
              </a:ext>
            </a:extLst>
          </p:cNvPr>
          <p:cNvSpPr/>
          <p:nvPr/>
        </p:nvSpPr>
        <p:spPr>
          <a:xfrm>
            <a:off x="5014232" y="2667353"/>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61" name="Oval 260">
            <a:extLst>
              <a:ext uri="{FF2B5EF4-FFF2-40B4-BE49-F238E27FC236}">
                <a16:creationId xmlns:a16="http://schemas.microsoft.com/office/drawing/2014/main" id="{8BC843E4-314F-386C-F42B-216983C3BA97}"/>
              </a:ext>
            </a:extLst>
          </p:cNvPr>
          <p:cNvSpPr/>
          <p:nvPr/>
        </p:nvSpPr>
        <p:spPr>
          <a:xfrm>
            <a:off x="5014232" y="4096619"/>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62" name="Oval 261">
            <a:extLst>
              <a:ext uri="{FF2B5EF4-FFF2-40B4-BE49-F238E27FC236}">
                <a16:creationId xmlns:a16="http://schemas.microsoft.com/office/drawing/2014/main" id="{884FE704-AE80-EE5E-2089-3C5D23468C49}"/>
              </a:ext>
            </a:extLst>
          </p:cNvPr>
          <p:cNvSpPr/>
          <p:nvPr/>
        </p:nvSpPr>
        <p:spPr>
          <a:xfrm>
            <a:off x="5014232" y="5473376"/>
            <a:ext cx="196984" cy="1969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63" name="Oval 262">
            <a:extLst>
              <a:ext uri="{FF2B5EF4-FFF2-40B4-BE49-F238E27FC236}">
                <a16:creationId xmlns:a16="http://schemas.microsoft.com/office/drawing/2014/main" id="{A9D7779E-E98D-00B2-7E84-B134C062010D}"/>
              </a:ext>
            </a:extLst>
          </p:cNvPr>
          <p:cNvSpPr/>
          <p:nvPr/>
        </p:nvSpPr>
        <p:spPr>
          <a:xfrm>
            <a:off x="5086233" y="3748437"/>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64" name="Oval 263">
            <a:extLst>
              <a:ext uri="{FF2B5EF4-FFF2-40B4-BE49-F238E27FC236}">
                <a16:creationId xmlns:a16="http://schemas.microsoft.com/office/drawing/2014/main" id="{869CC728-6934-7C0A-54F8-A19D0607E315}"/>
              </a:ext>
            </a:extLst>
          </p:cNvPr>
          <p:cNvSpPr/>
          <p:nvPr/>
        </p:nvSpPr>
        <p:spPr>
          <a:xfrm>
            <a:off x="5086233" y="5160646"/>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65" name="Oval 264">
            <a:extLst>
              <a:ext uri="{FF2B5EF4-FFF2-40B4-BE49-F238E27FC236}">
                <a16:creationId xmlns:a16="http://schemas.microsoft.com/office/drawing/2014/main" id="{B2B0556B-7622-0AC9-0F58-8048D0A3C698}"/>
              </a:ext>
            </a:extLst>
          </p:cNvPr>
          <p:cNvSpPr/>
          <p:nvPr/>
        </p:nvSpPr>
        <p:spPr>
          <a:xfrm>
            <a:off x="5086233" y="6589912"/>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66" name="Oval 265">
            <a:extLst>
              <a:ext uri="{FF2B5EF4-FFF2-40B4-BE49-F238E27FC236}">
                <a16:creationId xmlns:a16="http://schemas.microsoft.com/office/drawing/2014/main" id="{7EEF5463-DB46-158B-CE4A-80492E3B16B8}"/>
              </a:ext>
            </a:extLst>
          </p:cNvPr>
          <p:cNvSpPr/>
          <p:nvPr/>
        </p:nvSpPr>
        <p:spPr>
          <a:xfrm>
            <a:off x="5374696" y="3780914"/>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67" name="Oval 266">
            <a:extLst>
              <a:ext uri="{FF2B5EF4-FFF2-40B4-BE49-F238E27FC236}">
                <a16:creationId xmlns:a16="http://schemas.microsoft.com/office/drawing/2014/main" id="{CCE3A5CE-09D1-E0B8-5AAF-ED7514E499A4}"/>
              </a:ext>
            </a:extLst>
          </p:cNvPr>
          <p:cNvSpPr/>
          <p:nvPr/>
        </p:nvSpPr>
        <p:spPr>
          <a:xfrm>
            <a:off x="5374696" y="5157671"/>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68" name="Oval 267">
            <a:extLst>
              <a:ext uri="{FF2B5EF4-FFF2-40B4-BE49-F238E27FC236}">
                <a16:creationId xmlns:a16="http://schemas.microsoft.com/office/drawing/2014/main" id="{F0345AE9-3213-2DD0-FBD5-985A0DDDCF3E}"/>
              </a:ext>
            </a:extLst>
          </p:cNvPr>
          <p:cNvSpPr/>
          <p:nvPr/>
        </p:nvSpPr>
        <p:spPr>
          <a:xfrm>
            <a:off x="5374696" y="6586937"/>
            <a:ext cx="196984" cy="196984"/>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cxnSp>
        <p:nvCxnSpPr>
          <p:cNvPr id="269" name="Straight Arrow Connector 268">
            <a:extLst>
              <a:ext uri="{FF2B5EF4-FFF2-40B4-BE49-F238E27FC236}">
                <a16:creationId xmlns:a16="http://schemas.microsoft.com/office/drawing/2014/main" id="{216EFAAA-2C2A-0C1D-F84F-377136E02BF8}"/>
              </a:ext>
            </a:extLst>
          </p:cNvPr>
          <p:cNvCxnSpPr>
            <a:stCxn id="257" idx="5"/>
            <a:endCxn id="263" idx="1"/>
          </p:cNvCxnSpPr>
          <p:nvPr/>
        </p:nvCxnSpPr>
        <p:spPr>
          <a:xfrm>
            <a:off x="4903839" y="2788907"/>
            <a:ext cx="211242" cy="988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xmlns:a16="http://schemas.microsoft.com/office/drawing/2014/main" id="{5BA29F84-C849-19F9-4E8A-55E26F8349E5}"/>
              </a:ext>
            </a:extLst>
          </p:cNvPr>
          <p:cNvCxnSpPr>
            <a:stCxn id="260" idx="5"/>
            <a:endCxn id="266" idx="1"/>
          </p:cNvCxnSpPr>
          <p:nvPr/>
        </p:nvCxnSpPr>
        <p:spPr>
          <a:xfrm>
            <a:off x="5182368" y="2835489"/>
            <a:ext cx="221176" cy="974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1" name="Straight Arrow Connector 270">
            <a:extLst>
              <a:ext uri="{FF2B5EF4-FFF2-40B4-BE49-F238E27FC236}">
                <a16:creationId xmlns:a16="http://schemas.microsoft.com/office/drawing/2014/main" id="{E85E6C99-F439-01E6-8C61-3AD4014D6E4B}"/>
              </a:ext>
            </a:extLst>
          </p:cNvPr>
          <p:cNvCxnSpPr>
            <a:cxnSpLocks/>
            <a:stCxn id="258" idx="5"/>
            <a:endCxn id="264" idx="1"/>
          </p:cNvCxnSpPr>
          <p:nvPr/>
        </p:nvCxnSpPr>
        <p:spPr>
          <a:xfrm>
            <a:off x="4903839" y="4218173"/>
            <a:ext cx="211242" cy="971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2" name="Straight Arrow Connector 271">
            <a:extLst>
              <a:ext uri="{FF2B5EF4-FFF2-40B4-BE49-F238E27FC236}">
                <a16:creationId xmlns:a16="http://schemas.microsoft.com/office/drawing/2014/main" id="{45C60CAB-63F3-35FE-C640-95C302FCB1F7}"/>
              </a:ext>
            </a:extLst>
          </p:cNvPr>
          <p:cNvCxnSpPr>
            <a:stCxn id="261" idx="5"/>
            <a:endCxn id="267" idx="1"/>
          </p:cNvCxnSpPr>
          <p:nvPr/>
        </p:nvCxnSpPr>
        <p:spPr>
          <a:xfrm>
            <a:off x="5182368" y="4264755"/>
            <a:ext cx="221176" cy="921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3" name="Straight Arrow Connector 272">
            <a:extLst>
              <a:ext uri="{FF2B5EF4-FFF2-40B4-BE49-F238E27FC236}">
                <a16:creationId xmlns:a16="http://schemas.microsoft.com/office/drawing/2014/main" id="{E6C53482-5AA9-17B0-4D6D-655D96840766}"/>
              </a:ext>
            </a:extLst>
          </p:cNvPr>
          <p:cNvCxnSpPr>
            <a:stCxn id="259" idx="5"/>
            <a:endCxn id="265" idx="1"/>
          </p:cNvCxnSpPr>
          <p:nvPr/>
        </p:nvCxnSpPr>
        <p:spPr>
          <a:xfrm>
            <a:off x="4903839" y="5594930"/>
            <a:ext cx="211242" cy="1023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4" name="Straight Arrow Connector 273">
            <a:extLst>
              <a:ext uri="{FF2B5EF4-FFF2-40B4-BE49-F238E27FC236}">
                <a16:creationId xmlns:a16="http://schemas.microsoft.com/office/drawing/2014/main" id="{34698A6A-2AC4-ED6F-E6D7-F8EF02D65CF7}"/>
              </a:ext>
            </a:extLst>
          </p:cNvPr>
          <p:cNvCxnSpPr>
            <a:stCxn id="262" idx="5"/>
            <a:endCxn id="268" idx="1"/>
          </p:cNvCxnSpPr>
          <p:nvPr/>
        </p:nvCxnSpPr>
        <p:spPr>
          <a:xfrm>
            <a:off x="5182368" y="5641512"/>
            <a:ext cx="221176" cy="974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5" name="TextBox 294">
            <a:extLst>
              <a:ext uri="{FF2B5EF4-FFF2-40B4-BE49-F238E27FC236}">
                <a16:creationId xmlns:a16="http://schemas.microsoft.com/office/drawing/2014/main" id="{5E91151C-272D-7263-C7A4-D30E35D00877}"/>
              </a:ext>
            </a:extLst>
          </p:cNvPr>
          <p:cNvSpPr txBox="1"/>
          <p:nvPr/>
        </p:nvSpPr>
        <p:spPr>
          <a:xfrm>
            <a:off x="6452186" y="4554861"/>
            <a:ext cx="9701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Grandview Display"/>
                <a:ea typeface="+mn-ea"/>
                <a:cs typeface="+mn-cs"/>
              </a:rPr>
              <a:t>… ETC …</a:t>
            </a:r>
          </a:p>
        </p:txBody>
      </p:sp>
      <p:sp>
        <p:nvSpPr>
          <p:cNvPr id="343" name="Oval 342">
            <a:extLst>
              <a:ext uri="{FF2B5EF4-FFF2-40B4-BE49-F238E27FC236}">
                <a16:creationId xmlns:a16="http://schemas.microsoft.com/office/drawing/2014/main" id="{8E212185-43B1-1507-6C82-D56A2C89C00F}"/>
              </a:ext>
            </a:extLst>
          </p:cNvPr>
          <p:cNvSpPr/>
          <p:nvPr/>
        </p:nvSpPr>
        <p:spPr>
          <a:xfrm>
            <a:off x="7838588" y="3084730"/>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Grandview Display"/>
              <a:ea typeface="+mn-ea"/>
              <a:cs typeface="+mn-cs"/>
            </a:endParaRPr>
          </a:p>
        </p:txBody>
      </p:sp>
      <p:sp>
        <p:nvSpPr>
          <p:cNvPr id="344" name="Oval 343">
            <a:extLst>
              <a:ext uri="{FF2B5EF4-FFF2-40B4-BE49-F238E27FC236}">
                <a16:creationId xmlns:a16="http://schemas.microsoft.com/office/drawing/2014/main" id="{52C69562-5667-71C6-5C80-0401764E1695}"/>
              </a:ext>
            </a:extLst>
          </p:cNvPr>
          <p:cNvSpPr/>
          <p:nvPr/>
        </p:nvSpPr>
        <p:spPr>
          <a:xfrm>
            <a:off x="7838588" y="4513996"/>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45" name="Oval 344">
            <a:extLst>
              <a:ext uri="{FF2B5EF4-FFF2-40B4-BE49-F238E27FC236}">
                <a16:creationId xmlns:a16="http://schemas.microsoft.com/office/drawing/2014/main" id="{8A04C014-B4AD-4DB0-C1A0-F3069AD7A466}"/>
              </a:ext>
            </a:extLst>
          </p:cNvPr>
          <p:cNvSpPr/>
          <p:nvPr/>
        </p:nvSpPr>
        <p:spPr>
          <a:xfrm>
            <a:off x="7838588" y="5943262"/>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46" name="Oval 345">
            <a:extLst>
              <a:ext uri="{FF2B5EF4-FFF2-40B4-BE49-F238E27FC236}">
                <a16:creationId xmlns:a16="http://schemas.microsoft.com/office/drawing/2014/main" id="{7E8A30A1-771B-C8CC-AFC4-9B506E68C589}"/>
              </a:ext>
            </a:extLst>
          </p:cNvPr>
          <p:cNvSpPr/>
          <p:nvPr/>
        </p:nvSpPr>
        <p:spPr>
          <a:xfrm>
            <a:off x="7838588" y="2791763"/>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47" name="Oval 346">
            <a:extLst>
              <a:ext uri="{FF2B5EF4-FFF2-40B4-BE49-F238E27FC236}">
                <a16:creationId xmlns:a16="http://schemas.microsoft.com/office/drawing/2014/main" id="{CC74ED4C-8652-5E09-69D3-F327EC608BBB}"/>
              </a:ext>
            </a:extLst>
          </p:cNvPr>
          <p:cNvSpPr/>
          <p:nvPr/>
        </p:nvSpPr>
        <p:spPr>
          <a:xfrm>
            <a:off x="7838588" y="4205765"/>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48" name="Oval 347">
            <a:extLst>
              <a:ext uri="{FF2B5EF4-FFF2-40B4-BE49-F238E27FC236}">
                <a16:creationId xmlns:a16="http://schemas.microsoft.com/office/drawing/2014/main" id="{8A83164F-F222-C4FA-438C-7981BFBAE9AB}"/>
              </a:ext>
            </a:extLst>
          </p:cNvPr>
          <p:cNvSpPr/>
          <p:nvPr/>
        </p:nvSpPr>
        <p:spPr>
          <a:xfrm>
            <a:off x="7838588" y="5635031"/>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49" name="Oval 348">
            <a:extLst>
              <a:ext uri="{FF2B5EF4-FFF2-40B4-BE49-F238E27FC236}">
                <a16:creationId xmlns:a16="http://schemas.microsoft.com/office/drawing/2014/main" id="{3A7929C8-8584-7B07-06C8-A6BDF8159464}"/>
              </a:ext>
            </a:extLst>
          </p:cNvPr>
          <p:cNvSpPr/>
          <p:nvPr/>
        </p:nvSpPr>
        <p:spPr>
          <a:xfrm>
            <a:off x="7838588" y="3688077"/>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50" name="Oval 349">
            <a:extLst>
              <a:ext uri="{FF2B5EF4-FFF2-40B4-BE49-F238E27FC236}">
                <a16:creationId xmlns:a16="http://schemas.microsoft.com/office/drawing/2014/main" id="{FE4D1434-4D5F-F6BD-4FEC-15161CF11B2F}"/>
              </a:ext>
            </a:extLst>
          </p:cNvPr>
          <p:cNvSpPr/>
          <p:nvPr/>
        </p:nvSpPr>
        <p:spPr>
          <a:xfrm>
            <a:off x="7838588" y="5117343"/>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51" name="Oval 350">
            <a:extLst>
              <a:ext uri="{FF2B5EF4-FFF2-40B4-BE49-F238E27FC236}">
                <a16:creationId xmlns:a16="http://schemas.microsoft.com/office/drawing/2014/main" id="{7070ECE7-7435-104C-BC41-8C7F07F573C2}"/>
              </a:ext>
            </a:extLst>
          </p:cNvPr>
          <p:cNvSpPr/>
          <p:nvPr/>
        </p:nvSpPr>
        <p:spPr>
          <a:xfrm>
            <a:off x="7838588" y="6546609"/>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52" name="Oval 351">
            <a:extLst>
              <a:ext uri="{FF2B5EF4-FFF2-40B4-BE49-F238E27FC236}">
                <a16:creationId xmlns:a16="http://schemas.microsoft.com/office/drawing/2014/main" id="{E0E157EE-8EBE-8385-67FA-6DCC013C1F94}"/>
              </a:ext>
            </a:extLst>
          </p:cNvPr>
          <p:cNvSpPr/>
          <p:nvPr/>
        </p:nvSpPr>
        <p:spPr>
          <a:xfrm>
            <a:off x="7838588" y="3395110"/>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53" name="Oval 352">
            <a:extLst>
              <a:ext uri="{FF2B5EF4-FFF2-40B4-BE49-F238E27FC236}">
                <a16:creationId xmlns:a16="http://schemas.microsoft.com/office/drawing/2014/main" id="{50EC15AC-BDB7-9679-C4BB-7FE7C8DFFDEA}"/>
              </a:ext>
            </a:extLst>
          </p:cNvPr>
          <p:cNvSpPr/>
          <p:nvPr/>
        </p:nvSpPr>
        <p:spPr>
          <a:xfrm>
            <a:off x="7838588" y="4809112"/>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54" name="Oval 353">
            <a:extLst>
              <a:ext uri="{FF2B5EF4-FFF2-40B4-BE49-F238E27FC236}">
                <a16:creationId xmlns:a16="http://schemas.microsoft.com/office/drawing/2014/main" id="{D3868B73-B451-4147-D9A9-DA22FC3B3E72}"/>
              </a:ext>
            </a:extLst>
          </p:cNvPr>
          <p:cNvSpPr/>
          <p:nvPr/>
        </p:nvSpPr>
        <p:spPr>
          <a:xfrm>
            <a:off x="7838588" y="6238378"/>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56" name="Oval 355">
            <a:extLst>
              <a:ext uri="{FF2B5EF4-FFF2-40B4-BE49-F238E27FC236}">
                <a16:creationId xmlns:a16="http://schemas.microsoft.com/office/drawing/2014/main" id="{01B1D837-CB17-7872-AEEE-0A5D58A6B53F}"/>
              </a:ext>
            </a:extLst>
          </p:cNvPr>
          <p:cNvSpPr/>
          <p:nvPr/>
        </p:nvSpPr>
        <p:spPr>
          <a:xfrm>
            <a:off x="8565001" y="3090850"/>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Grandview Display"/>
              <a:ea typeface="+mn-ea"/>
              <a:cs typeface="+mn-cs"/>
            </a:endParaRPr>
          </a:p>
        </p:txBody>
      </p:sp>
      <p:sp>
        <p:nvSpPr>
          <p:cNvPr id="357" name="Oval 356">
            <a:extLst>
              <a:ext uri="{FF2B5EF4-FFF2-40B4-BE49-F238E27FC236}">
                <a16:creationId xmlns:a16="http://schemas.microsoft.com/office/drawing/2014/main" id="{70334E39-ACFC-C1D6-4C1C-8F8129EAE4D7}"/>
              </a:ext>
            </a:extLst>
          </p:cNvPr>
          <p:cNvSpPr/>
          <p:nvPr/>
        </p:nvSpPr>
        <p:spPr>
          <a:xfrm>
            <a:off x="8565001" y="4520116"/>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58" name="Oval 357">
            <a:extLst>
              <a:ext uri="{FF2B5EF4-FFF2-40B4-BE49-F238E27FC236}">
                <a16:creationId xmlns:a16="http://schemas.microsoft.com/office/drawing/2014/main" id="{0A486A0D-1413-F69C-A6C8-D3E9807AD30B}"/>
              </a:ext>
            </a:extLst>
          </p:cNvPr>
          <p:cNvSpPr/>
          <p:nvPr/>
        </p:nvSpPr>
        <p:spPr>
          <a:xfrm>
            <a:off x="8565001" y="5949382"/>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59" name="Oval 358">
            <a:extLst>
              <a:ext uri="{FF2B5EF4-FFF2-40B4-BE49-F238E27FC236}">
                <a16:creationId xmlns:a16="http://schemas.microsoft.com/office/drawing/2014/main" id="{9F6E92D5-C341-962A-3CED-E9357F2BB4A1}"/>
              </a:ext>
            </a:extLst>
          </p:cNvPr>
          <p:cNvSpPr/>
          <p:nvPr/>
        </p:nvSpPr>
        <p:spPr>
          <a:xfrm>
            <a:off x="8565001" y="2797883"/>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60" name="Oval 359">
            <a:extLst>
              <a:ext uri="{FF2B5EF4-FFF2-40B4-BE49-F238E27FC236}">
                <a16:creationId xmlns:a16="http://schemas.microsoft.com/office/drawing/2014/main" id="{70E46501-C0E4-1EEB-236F-1F3BFB7AD3BE}"/>
              </a:ext>
            </a:extLst>
          </p:cNvPr>
          <p:cNvSpPr/>
          <p:nvPr/>
        </p:nvSpPr>
        <p:spPr>
          <a:xfrm>
            <a:off x="8565001" y="4211885"/>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61" name="Oval 360">
            <a:extLst>
              <a:ext uri="{FF2B5EF4-FFF2-40B4-BE49-F238E27FC236}">
                <a16:creationId xmlns:a16="http://schemas.microsoft.com/office/drawing/2014/main" id="{202A5CAE-3751-29FA-F20F-C85A18DB73BE}"/>
              </a:ext>
            </a:extLst>
          </p:cNvPr>
          <p:cNvSpPr/>
          <p:nvPr/>
        </p:nvSpPr>
        <p:spPr>
          <a:xfrm>
            <a:off x="8565001" y="5641151"/>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62" name="Oval 361">
            <a:extLst>
              <a:ext uri="{FF2B5EF4-FFF2-40B4-BE49-F238E27FC236}">
                <a16:creationId xmlns:a16="http://schemas.microsoft.com/office/drawing/2014/main" id="{2F73B208-FBAC-CC5E-81C9-E026CDDB8575}"/>
              </a:ext>
            </a:extLst>
          </p:cNvPr>
          <p:cNvSpPr/>
          <p:nvPr/>
        </p:nvSpPr>
        <p:spPr>
          <a:xfrm>
            <a:off x="8565001" y="3694197"/>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63" name="Oval 362">
            <a:extLst>
              <a:ext uri="{FF2B5EF4-FFF2-40B4-BE49-F238E27FC236}">
                <a16:creationId xmlns:a16="http://schemas.microsoft.com/office/drawing/2014/main" id="{BCA6277D-468D-D57E-4B59-0A1CE3042C2D}"/>
              </a:ext>
            </a:extLst>
          </p:cNvPr>
          <p:cNvSpPr/>
          <p:nvPr/>
        </p:nvSpPr>
        <p:spPr>
          <a:xfrm>
            <a:off x="8565001" y="5123463"/>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64" name="Oval 363">
            <a:extLst>
              <a:ext uri="{FF2B5EF4-FFF2-40B4-BE49-F238E27FC236}">
                <a16:creationId xmlns:a16="http://schemas.microsoft.com/office/drawing/2014/main" id="{DAA99C4A-144E-B218-43E5-A9697A897EFB}"/>
              </a:ext>
            </a:extLst>
          </p:cNvPr>
          <p:cNvSpPr/>
          <p:nvPr/>
        </p:nvSpPr>
        <p:spPr>
          <a:xfrm>
            <a:off x="8565001" y="6552729"/>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65" name="Oval 364">
            <a:extLst>
              <a:ext uri="{FF2B5EF4-FFF2-40B4-BE49-F238E27FC236}">
                <a16:creationId xmlns:a16="http://schemas.microsoft.com/office/drawing/2014/main" id="{5C64EA90-7C70-6B61-F3FF-4DE7679572EB}"/>
              </a:ext>
            </a:extLst>
          </p:cNvPr>
          <p:cNvSpPr/>
          <p:nvPr/>
        </p:nvSpPr>
        <p:spPr>
          <a:xfrm>
            <a:off x="8565001" y="3401230"/>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66" name="Oval 365">
            <a:extLst>
              <a:ext uri="{FF2B5EF4-FFF2-40B4-BE49-F238E27FC236}">
                <a16:creationId xmlns:a16="http://schemas.microsoft.com/office/drawing/2014/main" id="{BAEF5F46-9834-7037-BDA7-9E7842105600}"/>
              </a:ext>
            </a:extLst>
          </p:cNvPr>
          <p:cNvSpPr/>
          <p:nvPr/>
        </p:nvSpPr>
        <p:spPr>
          <a:xfrm>
            <a:off x="8565001" y="4815232"/>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67" name="Oval 366">
            <a:extLst>
              <a:ext uri="{FF2B5EF4-FFF2-40B4-BE49-F238E27FC236}">
                <a16:creationId xmlns:a16="http://schemas.microsoft.com/office/drawing/2014/main" id="{DC0C857C-9649-EDF9-61FA-55CF9CB5C47A}"/>
              </a:ext>
            </a:extLst>
          </p:cNvPr>
          <p:cNvSpPr/>
          <p:nvPr/>
        </p:nvSpPr>
        <p:spPr>
          <a:xfrm>
            <a:off x="8565001" y="6244498"/>
            <a:ext cx="196984" cy="19698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69" name="Oval 368">
            <a:extLst>
              <a:ext uri="{FF2B5EF4-FFF2-40B4-BE49-F238E27FC236}">
                <a16:creationId xmlns:a16="http://schemas.microsoft.com/office/drawing/2014/main" id="{731BAEEE-A7F9-97C4-2E43-1E8964A3B764}"/>
              </a:ext>
            </a:extLst>
          </p:cNvPr>
          <p:cNvSpPr/>
          <p:nvPr/>
        </p:nvSpPr>
        <p:spPr>
          <a:xfrm>
            <a:off x="10039786" y="3090850"/>
            <a:ext cx="196984" cy="1969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70" name="Oval 369">
            <a:extLst>
              <a:ext uri="{FF2B5EF4-FFF2-40B4-BE49-F238E27FC236}">
                <a16:creationId xmlns:a16="http://schemas.microsoft.com/office/drawing/2014/main" id="{D41AFAEF-3F27-B0DD-5400-4D23AFF061D2}"/>
              </a:ext>
            </a:extLst>
          </p:cNvPr>
          <p:cNvSpPr/>
          <p:nvPr/>
        </p:nvSpPr>
        <p:spPr>
          <a:xfrm>
            <a:off x="10039786" y="4520116"/>
            <a:ext cx="196984" cy="1969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71" name="Oval 370">
            <a:extLst>
              <a:ext uri="{FF2B5EF4-FFF2-40B4-BE49-F238E27FC236}">
                <a16:creationId xmlns:a16="http://schemas.microsoft.com/office/drawing/2014/main" id="{A47F6110-1A74-0505-8214-5367AA11AB27}"/>
              </a:ext>
            </a:extLst>
          </p:cNvPr>
          <p:cNvSpPr/>
          <p:nvPr/>
        </p:nvSpPr>
        <p:spPr>
          <a:xfrm>
            <a:off x="10039786" y="5949382"/>
            <a:ext cx="196984" cy="1969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cxnSp>
        <p:nvCxnSpPr>
          <p:cNvPr id="375" name="Straight Arrow Connector 374">
            <a:extLst>
              <a:ext uri="{FF2B5EF4-FFF2-40B4-BE49-F238E27FC236}">
                <a16:creationId xmlns:a16="http://schemas.microsoft.com/office/drawing/2014/main" id="{88C32656-364D-3B47-5434-3E2DB9E44FFC}"/>
              </a:ext>
            </a:extLst>
          </p:cNvPr>
          <p:cNvCxnSpPr>
            <a:stCxn id="51" idx="2"/>
          </p:cNvCxnSpPr>
          <p:nvPr/>
        </p:nvCxnSpPr>
        <p:spPr>
          <a:xfrm>
            <a:off x="4760371" y="1801356"/>
            <a:ext cx="8479" cy="667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8" name="Oval 377">
            <a:extLst>
              <a:ext uri="{FF2B5EF4-FFF2-40B4-BE49-F238E27FC236}">
                <a16:creationId xmlns:a16="http://schemas.microsoft.com/office/drawing/2014/main" id="{B45C3C37-54E5-AE4E-8AC0-71D5E23215C7}"/>
              </a:ext>
            </a:extLst>
          </p:cNvPr>
          <p:cNvSpPr/>
          <p:nvPr/>
        </p:nvSpPr>
        <p:spPr>
          <a:xfrm>
            <a:off x="9071954" y="2201656"/>
            <a:ext cx="196984" cy="1969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79" name="TextBox 378">
            <a:extLst>
              <a:ext uri="{FF2B5EF4-FFF2-40B4-BE49-F238E27FC236}">
                <a16:creationId xmlns:a16="http://schemas.microsoft.com/office/drawing/2014/main" id="{7A1DDB5F-30D1-AC12-4145-EB34396F9D6A}"/>
              </a:ext>
            </a:extLst>
          </p:cNvPr>
          <p:cNvSpPr txBox="1"/>
          <p:nvPr/>
        </p:nvSpPr>
        <p:spPr>
          <a:xfrm>
            <a:off x="7752201" y="2181559"/>
            <a:ext cx="95891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Grandview Display"/>
                <a:ea typeface="+mn-ea"/>
                <a:cs typeface="+mn-cs"/>
              </a:rPr>
              <a:t>Outputs</a:t>
            </a:r>
          </a:p>
        </p:txBody>
      </p:sp>
      <p:sp>
        <p:nvSpPr>
          <p:cNvPr id="398" name="TextBox 397">
            <a:extLst>
              <a:ext uri="{FF2B5EF4-FFF2-40B4-BE49-F238E27FC236}">
                <a16:creationId xmlns:a16="http://schemas.microsoft.com/office/drawing/2014/main" id="{82771DB7-F4C0-3371-7D42-A5D288140A9E}"/>
              </a:ext>
            </a:extLst>
          </p:cNvPr>
          <p:cNvSpPr txBox="1"/>
          <p:nvPr/>
        </p:nvSpPr>
        <p:spPr>
          <a:xfrm>
            <a:off x="10078110" y="6441482"/>
            <a:ext cx="147027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Grandview Display"/>
                <a:ea typeface="+mn-ea"/>
                <a:cs typeface="+mn-cs"/>
              </a:rPr>
              <a:t>Past Outputs</a:t>
            </a:r>
          </a:p>
        </p:txBody>
      </p:sp>
      <p:sp>
        <p:nvSpPr>
          <p:cNvPr id="399" name="Oval 398">
            <a:extLst>
              <a:ext uri="{FF2B5EF4-FFF2-40B4-BE49-F238E27FC236}">
                <a16:creationId xmlns:a16="http://schemas.microsoft.com/office/drawing/2014/main" id="{DB1D3BF3-C9BE-C854-2B5B-34F5C4AD911F}"/>
              </a:ext>
            </a:extLst>
          </p:cNvPr>
          <p:cNvSpPr/>
          <p:nvPr/>
        </p:nvSpPr>
        <p:spPr>
          <a:xfrm>
            <a:off x="9472004" y="6552729"/>
            <a:ext cx="196984" cy="1969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ndview Display"/>
              <a:ea typeface="+mn-ea"/>
              <a:cs typeface="+mn-cs"/>
            </a:endParaRPr>
          </a:p>
        </p:txBody>
      </p:sp>
      <p:cxnSp>
        <p:nvCxnSpPr>
          <p:cNvPr id="447" name="Straight Arrow Connector 446">
            <a:extLst>
              <a:ext uri="{FF2B5EF4-FFF2-40B4-BE49-F238E27FC236}">
                <a16:creationId xmlns:a16="http://schemas.microsoft.com/office/drawing/2014/main" id="{4F494002-CF07-2D20-0AE7-874E33CD8379}"/>
              </a:ext>
            </a:extLst>
          </p:cNvPr>
          <p:cNvCxnSpPr>
            <a:stCxn id="346" idx="6"/>
            <a:endCxn id="378" idx="3"/>
          </p:cNvCxnSpPr>
          <p:nvPr/>
        </p:nvCxnSpPr>
        <p:spPr>
          <a:xfrm flipV="1">
            <a:off x="8035572" y="2369792"/>
            <a:ext cx="1065230" cy="520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9" name="Straight Arrow Connector 448">
            <a:extLst>
              <a:ext uri="{FF2B5EF4-FFF2-40B4-BE49-F238E27FC236}">
                <a16:creationId xmlns:a16="http://schemas.microsoft.com/office/drawing/2014/main" id="{08348587-5367-B205-8C7F-772E6E88F75A}"/>
              </a:ext>
            </a:extLst>
          </p:cNvPr>
          <p:cNvCxnSpPr>
            <a:stCxn id="359" idx="7"/>
            <a:endCxn id="378" idx="3"/>
          </p:cNvCxnSpPr>
          <p:nvPr/>
        </p:nvCxnSpPr>
        <p:spPr>
          <a:xfrm flipV="1">
            <a:off x="8733137" y="2369792"/>
            <a:ext cx="367665" cy="4569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3" name="Straight Arrow Connector 452">
            <a:extLst>
              <a:ext uri="{FF2B5EF4-FFF2-40B4-BE49-F238E27FC236}">
                <a16:creationId xmlns:a16="http://schemas.microsoft.com/office/drawing/2014/main" id="{B764513C-6208-36D6-85FA-A8A3D00A8FC6}"/>
              </a:ext>
            </a:extLst>
          </p:cNvPr>
          <p:cNvCxnSpPr>
            <a:stCxn id="356" idx="7"/>
            <a:endCxn id="378" idx="3"/>
          </p:cNvCxnSpPr>
          <p:nvPr/>
        </p:nvCxnSpPr>
        <p:spPr>
          <a:xfrm flipV="1">
            <a:off x="8733137" y="2369792"/>
            <a:ext cx="367665" cy="7499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5" name="Straight Arrow Connector 454">
            <a:extLst>
              <a:ext uri="{FF2B5EF4-FFF2-40B4-BE49-F238E27FC236}">
                <a16:creationId xmlns:a16="http://schemas.microsoft.com/office/drawing/2014/main" id="{5CF5BACA-35A2-B848-54DB-02251AC549EC}"/>
              </a:ext>
            </a:extLst>
          </p:cNvPr>
          <p:cNvCxnSpPr>
            <a:stCxn id="343" idx="7"/>
            <a:endCxn id="378" idx="3"/>
          </p:cNvCxnSpPr>
          <p:nvPr/>
        </p:nvCxnSpPr>
        <p:spPr>
          <a:xfrm flipV="1">
            <a:off x="8006724" y="2369792"/>
            <a:ext cx="1094078" cy="743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AF1B59A4-516C-3CC4-77AF-016D7174090A}"/>
              </a:ext>
            </a:extLst>
          </p:cNvPr>
          <p:cNvCxnSpPr>
            <a:stCxn id="365" idx="7"/>
            <a:endCxn id="378" idx="3"/>
          </p:cNvCxnSpPr>
          <p:nvPr/>
        </p:nvCxnSpPr>
        <p:spPr>
          <a:xfrm flipV="1">
            <a:off x="8733137" y="2369792"/>
            <a:ext cx="367665" cy="10602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48D6C239-F9BE-7CC6-F6C1-044E59811237}"/>
              </a:ext>
            </a:extLst>
          </p:cNvPr>
          <p:cNvCxnSpPr>
            <a:stCxn id="349" idx="7"/>
            <a:endCxn id="378" idx="3"/>
          </p:cNvCxnSpPr>
          <p:nvPr/>
        </p:nvCxnSpPr>
        <p:spPr>
          <a:xfrm flipV="1">
            <a:off x="8006724" y="2369792"/>
            <a:ext cx="1094078" cy="13471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3" name="Straight Arrow Connector 462">
            <a:extLst>
              <a:ext uri="{FF2B5EF4-FFF2-40B4-BE49-F238E27FC236}">
                <a16:creationId xmlns:a16="http://schemas.microsoft.com/office/drawing/2014/main" id="{E6E0CDF7-7BDD-80BC-27A8-80B35B291150}"/>
              </a:ext>
            </a:extLst>
          </p:cNvPr>
          <p:cNvCxnSpPr>
            <a:stCxn id="362" idx="7"/>
            <a:endCxn id="378" idx="3"/>
          </p:cNvCxnSpPr>
          <p:nvPr/>
        </p:nvCxnSpPr>
        <p:spPr>
          <a:xfrm flipV="1">
            <a:off x="8733137" y="2369792"/>
            <a:ext cx="367665" cy="1353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5" name="Straight Arrow Connector 464">
            <a:extLst>
              <a:ext uri="{FF2B5EF4-FFF2-40B4-BE49-F238E27FC236}">
                <a16:creationId xmlns:a16="http://schemas.microsoft.com/office/drawing/2014/main" id="{47A51837-A385-F5FE-8A9F-32DE81D6A049}"/>
              </a:ext>
            </a:extLst>
          </p:cNvPr>
          <p:cNvCxnSpPr>
            <a:stCxn id="352" idx="7"/>
            <a:endCxn id="378" idx="3"/>
          </p:cNvCxnSpPr>
          <p:nvPr/>
        </p:nvCxnSpPr>
        <p:spPr>
          <a:xfrm flipV="1">
            <a:off x="8006724" y="2369792"/>
            <a:ext cx="1094078" cy="1054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9" name="Straight Arrow Connector 468">
            <a:extLst>
              <a:ext uri="{FF2B5EF4-FFF2-40B4-BE49-F238E27FC236}">
                <a16:creationId xmlns:a16="http://schemas.microsoft.com/office/drawing/2014/main" id="{532E4542-47F5-D3BF-778E-69B57CB6008D}"/>
              </a:ext>
            </a:extLst>
          </p:cNvPr>
          <p:cNvCxnSpPr>
            <a:stCxn id="347" idx="7"/>
            <a:endCxn id="378" idx="3"/>
          </p:cNvCxnSpPr>
          <p:nvPr/>
        </p:nvCxnSpPr>
        <p:spPr>
          <a:xfrm flipV="1">
            <a:off x="8006724" y="2369792"/>
            <a:ext cx="1094078" cy="18648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1" name="Straight Arrow Connector 470">
            <a:extLst>
              <a:ext uri="{FF2B5EF4-FFF2-40B4-BE49-F238E27FC236}">
                <a16:creationId xmlns:a16="http://schemas.microsoft.com/office/drawing/2014/main" id="{A7FA9F42-3C5C-BA1E-744B-628C9ED39A64}"/>
              </a:ext>
            </a:extLst>
          </p:cNvPr>
          <p:cNvCxnSpPr>
            <a:stCxn id="347" idx="6"/>
            <a:endCxn id="369" idx="2"/>
          </p:cNvCxnSpPr>
          <p:nvPr/>
        </p:nvCxnSpPr>
        <p:spPr>
          <a:xfrm flipV="1">
            <a:off x="8035572" y="3189342"/>
            <a:ext cx="2004214" cy="11149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3" name="Straight Arrow Connector 472">
            <a:extLst>
              <a:ext uri="{FF2B5EF4-FFF2-40B4-BE49-F238E27FC236}">
                <a16:creationId xmlns:a16="http://schemas.microsoft.com/office/drawing/2014/main" id="{1A6EE36D-4EB2-1181-262D-8A897CB31EAA}"/>
              </a:ext>
            </a:extLst>
          </p:cNvPr>
          <p:cNvCxnSpPr>
            <a:stCxn id="360" idx="7"/>
            <a:endCxn id="378" idx="3"/>
          </p:cNvCxnSpPr>
          <p:nvPr/>
        </p:nvCxnSpPr>
        <p:spPr>
          <a:xfrm flipV="1">
            <a:off x="8733137" y="2369792"/>
            <a:ext cx="367665" cy="1870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5" name="Straight Arrow Connector 474">
            <a:extLst>
              <a:ext uri="{FF2B5EF4-FFF2-40B4-BE49-F238E27FC236}">
                <a16:creationId xmlns:a16="http://schemas.microsoft.com/office/drawing/2014/main" id="{36D14504-0AD7-B006-416D-8EC503A9992E}"/>
              </a:ext>
            </a:extLst>
          </p:cNvPr>
          <p:cNvCxnSpPr>
            <a:stCxn id="357" idx="7"/>
            <a:endCxn id="378" idx="3"/>
          </p:cNvCxnSpPr>
          <p:nvPr/>
        </p:nvCxnSpPr>
        <p:spPr>
          <a:xfrm flipV="1">
            <a:off x="8733137" y="2369792"/>
            <a:ext cx="367665" cy="2179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7" name="Straight Arrow Connector 476">
            <a:extLst>
              <a:ext uri="{FF2B5EF4-FFF2-40B4-BE49-F238E27FC236}">
                <a16:creationId xmlns:a16="http://schemas.microsoft.com/office/drawing/2014/main" id="{62C54930-936D-3228-102C-436E104E0110}"/>
              </a:ext>
            </a:extLst>
          </p:cNvPr>
          <p:cNvCxnSpPr>
            <a:stCxn id="344" idx="6"/>
            <a:endCxn id="369" idx="2"/>
          </p:cNvCxnSpPr>
          <p:nvPr/>
        </p:nvCxnSpPr>
        <p:spPr>
          <a:xfrm flipV="1">
            <a:off x="8035572" y="3189342"/>
            <a:ext cx="2004214" cy="1423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9" name="Straight Arrow Connector 478">
            <a:extLst>
              <a:ext uri="{FF2B5EF4-FFF2-40B4-BE49-F238E27FC236}">
                <a16:creationId xmlns:a16="http://schemas.microsoft.com/office/drawing/2014/main" id="{6A1C3DE1-20DB-ACA6-EADE-497074138E84}"/>
              </a:ext>
            </a:extLst>
          </p:cNvPr>
          <p:cNvCxnSpPr>
            <a:stCxn id="344" idx="0"/>
            <a:endCxn id="378" idx="3"/>
          </p:cNvCxnSpPr>
          <p:nvPr/>
        </p:nvCxnSpPr>
        <p:spPr>
          <a:xfrm flipV="1">
            <a:off x="7937080" y="2369792"/>
            <a:ext cx="1163722" cy="2144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1" name="Straight Arrow Connector 480">
            <a:extLst>
              <a:ext uri="{FF2B5EF4-FFF2-40B4-BE49-F238E27FC236}">
                <a16:creationId xmlns:a16="http://schemas.microsoft.com/office/drawing/2014/main" id="{16C94BF7-8724-D5DF-5194-25DA5D5BE420}"/>
              </a:ext>
            </a:extLst>
          </p:cNvPr>
          <p:cNvCxnSpPr>
            <a:stCxn id="353" idx="7"/>
            <a:endCxn id="369" idx="2"/>
          </p:cNvCxnSpPr>
          <p:nvPr/>
        </p:nvCxnSpPr>
        <p:spPr>
          <a:xfrm flipV="1">
            <a:off x="8006724" y="3189342"/>
            <a:ext cx="2033062" cy="1648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3" name="Straight Arrow Connector 482">
            <a:extLst>
              <a:ext uri="{FF2B5EF4-FFF2-40B4-BE49-F238E27FC236}">
                <a16:creationId xmlns:a16="http://schemas.microsoft.com/office/drawing/2014/main" id="{2A217072-95F7-0014-830B-5C87520FFCF5}"/>
              </a:ext>
            </a:extLst>
          </p:cNvPr>
          <p:cNvCxnSpPr>
            <a:stCxn id="366" idx="7"/>
            <a:endCxn id="378" idx="3"/>
          </p:cNvCxnSpPr>
          <p:nvPr/>
        </p:nvCxnSpPr>
        <p:spPr>
          <a:xfrm flipV="1">
            <a:off x="8733137" y="2369792"/>
            <a:ext cx="367665" cy="2474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4A960450-E562-7821-83DE-6B1F3F65EE78}"/>
              </a:ext>
            </a:extLst>
          </p:cNvPr>
          <p:cNvCxnSpPr>
            <a:stCxn id="350" idx="7"/>
            <a:endCxn id="369" idx="2"/>
          </p:cNvCxnSpPr>
          <p:nvPr/>
        </p:nvCxnSpPr>
        <p:spPr>
          <a:xfrm flipV="1">
            <a:off x="8006724" y="3189342"/>
            <a:ext cx="2033062" cy="1956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7" name="Straight Arrow Connector 486">
            <a:extLst>
              <a:ext uri="{FF2B5EF4-FFF2-40B4-BE49-F238E27FC236}">
                <a16:creationId xmlns:a16="http://schemas.microsoft.com/office/drawing/2014/main" id="{3E22E738-24DC-E127-C7A0-CDC82FA8D436}"/>
              </a:ext>
            </a:extLst>
          </p:cNvPr>
          <p:cNvCxnSpPr>
            <a:stCxn id="350" idx="7"/>
            <a:endCxn id="378" idx="3"/>
          </p:cNvCxnSpPr>
          <p:nvPr/>
        </p:nvCxnSpPr>
        <p:spPr>
          <a:xfrm flipV="1">
            <a:off x="8006724" y="2369792"/>
            <a:ext cx="1094078" cy="2776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9" name="Straight Arrow Connector 488">
            <a:extLst>
              <a:ext uri="{FF2B5EF4-FFF2-40B4-BE49-F238E27FC236}">
                <a16:creationId xmlns:a16="http://schemas.microsoft.com/office/drawing/2014/main" id="{A8712FAE-6AE4-FC60-BC52-27FF770CD009}"/>
              </a:ext>
            </a:extLst>
          </p:cNvPr>
          <p:cNvCxnSpPr>
            <a:stCxn id="363" idx="7"/>
            <a:endCxn id="369" idx="2"/>
          </p:cNvCxnSpPr>
          <p:nvPr/>
        </p:nvCxnSpPr>
        <p:spPr>
          <a:xfrm flipV="1">
            <a:off x="8733137" y="3189342"/>
            <a:ext cx="1306649" cy="1962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3" name="Straight Arrow Connector 492">
            <a:extLst>
              <a:ext uri="{FF2B5EF4-FFF2-40B4-BE49-F238E27FC236}">
                <a16:creationId xmlns:a16="http://schemas.microsoft.com/office/drawing/2014/main" id="{6A341880-5661-5765-993B-118F86B8BEF9}"/>
              </a:ext>
            </a:extLst>
          </p:cNvPr>
          <p:cNvCxnSpPr>
            <a:stCxn id="361" idx="6"/>
            <a:endCxn id="370" idx="2"/>
          </p:cNvCxnSpPr>
          <p:nvPr/>
        </p:nvCxnSpPr>
        <p:spPr>
          <a:xfrm flipV="1">
            <a:off x="8761985" y="4618608"/>
            <a:ext cx="1277801" cy="1121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5" name="Straight Arrow Connector 494">
            <a:extLst>
              <a:ext uri="{FF2B5EF4-FFF2-40B4-BE49-F238E27FC236}">
                <a16:creationId xmlns:a16="http://schemas.microsoft.com/office/drawing/2014/main" id="{8B5C6024-E711-7876-32D4-54290CB784D8}"/>
              </a:ext>
            </a:extLst>
          </p:cNvPr>
          <p:cNvCxnSpPr>
            <a:stCxn id="348" idx="6"/>
            <a:endCxn id="370" idx="2"/>
          </p:cNvCxnSpPr>
          <p:nvPr/>
        </p:nvCxnSpPr>
        <p:spPr>
          <a:xfrm flipV="1">
            <a:off x="8035572" y="4618608"/>
            <a:ext cx="2004214" cy="11149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7" name="Straight Arrow Connector 496">
            <a:extLst>
              <a:ext uri="{FF2B5EF4-FFF2-40B4-BE49-F238E27FC236}">
                <a16:creationId xmlns:a16="http://schemas.microsoft.com/office/drawing/2014/main" id="{700467F3-A046-EBBB-477E-67617A104933}"/>
              </a:ext>
            </a:extLst>
          </p:cNvPr>
          <p:cNvCxnSpPr>
            <a:stCxn id="345" idx="6"/>
            <a:endCxn id="369" idx="2"/>
          </p:cNvCxnSpPr>
          <p:nvPr/>
        </p:nvCxnSpPr>
        <p:spPr>
          <a:xfrm flipV="1">
            <a:off x="8035572" y="3189342"/>
            <a:ext cx="2004214" cy="2852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9" name="Straight Arrow Connector 498">
            <a:extLst>
              <a:ext uri="{FF2B5EF4-FFF2-40B4-BE49-F238E27FC236}">
                <a16:creationId xmlns:a16="http://schemas.microsoft.com/office/drawing/2014/main" id="{AC201CD2-9890-5AB0-A1C2-BB5C30665D2A}"/>
              </a:ext>
            </a:extLst>
          </p:cNvPr>
          <p:cNvCxnSpPr>
            <a:stCxn id="358" idx="7"/>
            <a:endCxn id="369" idx="2"/>
          </p:cNvCxnSpPr>
          <p:nvPr/>
        </p:nvCxnSpPr>
        <p:spPr>
          <a:xfrm flipV="1">
            <a:off x="8733137" y="3189342"/>
            <a:ext cx="1306649" cy="27888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1" name="Straight Arrow Connector 500">
            <a:extLst>
              <a:ext uri="{FF2B5EF4-FFF2-40B4-BE49-F238E27FC236}">
                <a16:creationId xmlns:a16="http://schemas.microsoft.com/office/drawing/2014/main" id="{AC264318-D70A-3BA5-65DD-02B784A2ED93}"/>
              </a:ext>
            </a:extLst>
          </p:cNvPr>
          <p:cNvCxnSpPr>
            <a:stCxn id="358" idx="6"/>
            <a:endCxn id="370" idx="2"/>
          </p:cNvCxnSpPr>
          <p:nvPr/>
        </p:nvCxnSpPr>
        <p:spPr>
          <a:xfrm flipV="1">
            <a:off x="8761985" y="4618608"/>
            <a:ext cx="1277801" cy="1429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5" name="Straight Arrow Connector 504">
            <a:extLst>
              <a:ext uri="{FF2B5EF4-FFF2-40B4-BE49-F238E27FC236}">
                <a16:creationId xmlns:a16="http://schemas.microsoft.com/office/drawing/2014/main" id="{7323E063-79AD-BDAA-B7F8-2BF6FA221010}"/>
              </a:ext>
            </a:extLst>
          </p:cNvPr>
          <p:cNvCxnSpPr>
            <a:stCxn id="358" idx="7"/>
            <a:endCxn id="378" idx="3"/>
          </p:cNvCxnSpPr>
          <p:nvPr/>
        </p:nvCxnSpPr>
        <p:spPr>
          <a:xfrm flipV="1">
            <a:off x="8733137" y="2369792"/>
            <a:ext cx="367665" cy="3608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D0C13A6C-EB34-0038-6DF2-B7EF4CB7C455}"/>
              </a:ext>
            </a:extLst>
          </p:cNvPr>
          <p:cNvCxnSpPr>
            <a:stCxn id="354" idx="7"/>
            <a:endCxn id="370" idx="2"/>
          </p:cNvCxnSpPr>
          <p:nvPr/>
        </p:nvCxnSpPr>
        <p:spPr>
          <a:xfrm flipV="1">
            <a:off x="8006724" y="4618608"/>
            <a:ext cx="2033062" cy="1648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89EA8264-C7A7-FE03-C014-DEB088CF7687}"/>
              </a:ext>
            </a:extLst>
          </p:cNvPr>
          <p:cNvCxnSpPr>
            <a:stCxn id="345" idx="6"/>
            <a:endCxn id="370" idx="2"/>
          </p:cNvCxnSpPr>
          <p:nvPr/>
        </p:nvCxnSpPr>
        <p:spPr>
          <a:xfrm flipV="1">
            <a:off x="8035572" y="4618608"/>
            <a:ext cx="2004214" cy="1423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AD369DD6-F942-698B-B0C2-F0E9B00129ED}"/>
              </a:ext>
            </a:extLst>
          </p:cNvPr>
          <p:cNvCxnSpPr>
            <a:stCxn id="367" idx="6"/>
            <a:endCxn id="369" idx="1"/>
          </p:cNvCxnSpPr>
          <p:nvPr/>
        </p:nvCxnSpPr>
        <p:spPr>
          <a:xfrm flipV="1">
            <a:off x="8761985" y="3119698"/>
            <a:ext cx="1306649" cy="32232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3" name="Straight Arrow Connector 512">
            <a:extLst>
              <a:ext uri="{FF2B5EF4-FFF2-40B4-BE49-F238E27FC236}">
                <a16:creationId xmlns:a16="http://schemas.microsoft.com/office/drawing/2014/main" id="{08246A58-8205-CC45-7EED-0938A063D63C}"/>
              </a:ext>
            </a:extLst>
          </p:cNvPr>
          <p:cNvCxnSpPr>
            <a:stCxn id="354" idx="6"/>
            <a:endCxn id="369" idx="2"/>
          </p:cNvCxnSpPr>
          <p:nvPr/>
        </p:nvCxnSpPr>
        <p:spPr>
          <a:xfrm flipV="1">
            <a:off x="8035572" y="3189342"/>
            <a:ext cx="2004214" cy="3147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5" name="Straight Arrow Connector 514">
            <a:extLst>
              <a:ext uri="{FF2B5EF4-FFF2-40B4-BE49-F238E27FC236}">
                <a16:creationId xmlns:a16="http://schemas.microsoft.com/office/drawing/2014/main" id="{E0292279-1A19-803D-D6CF-74090CC60397}"/>
              </a:ext>
            </a:extLst>
          </p:cNvPr>
          <p:cNvCxnSpPr>
            <a:stCxn id="351" idx="6"/>
            <a:endCxn id="370" idx="3"/>
          </p:cNvCxnSpPr>
          <p:nvPr/>
        </p:nvCxnSpPr>
        <p:spPr>
          <a:xfrm flipV="1">
            <a:off x="8035572" y="4688252"/>
            <a:ext cx="2033062" cy="1956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7" name="Straight Arrow Connector 516">
            <a:extLst>
              <a:ext uri="{FF2B5EF4-FFF2-40B4-BE49-F238E27FC236}">
                <a16:creationId xmlns:a16="http://schemas.microsoft.com/office/drawing/2014/main" id="{774ED8E5-60E1-5B4C-143B-371719EDDAC0}"/>
              </a:ext>
            </a:extLst>
          </p:cNvPr>
          <p:cNvCxnSpPr>
            <a:stCxn id="364" idx="7"/>
            <a:endCxn id="370" idx="2"/>
          </p:cNvCxnSpPr>
          <p:nvPr/>
        </p:nvCxnSpPr>
        <p:spPr>
          <a:xfrm flipV="1">
            <a:off x="8733137" y="4618608"/>
            <a:ext cx="1306649" cy="1962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9" name="Straight Arrow Connector 518">
            <a:extLst>
              <a:ext uri="{FF2B5EF4-FFF2-40B4-BE49-F238E27FC236}">
                <a16:creationId xmlns:a16="http://schemas.microsoft.com/office/drawing/2014/main" id="{E5C79751-76A2-8660-22A0-8DE3B51D193B}"/>
              </a:ext>
            </a:extLst>
          </p:cNvPr>
          <p:cNvCxnSpPr>
            <a:stCxn id="399" idx="7"/>
            <a:endCxn id="370" idx="2"/>
          </p:cNvCxnSpPr>
          <p:nvPr/>
        </p:nvCxnSpPr>
        <p:spPr>
          <a:xfrm flipV="1">
            <a:off x="9640140" y="4618608"/>
            <a:ext cx="399646" cy="1962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1" name="Straight Arrow Connector 520">
            <a:extLst>
              <a:ext uri="{FF2B5EF4-FFF2-40B4-BE49-F238E27FC236}">
                <a16:creationId xmlns:a16="http://schemas.microsoft.com/office/drawing/2014/main" id="{7F210F9D-A429-209A-8953-09AEF5E529A4}"/>
              </a:ext>
            </a:extLst>
          </p:cNvPr>
          <p:cNvCxnSpPr>
            <a:stCxn id="399" idx="7"/>
            <a:endCxn id="371" idx="3"/>
          </p:cNvCxnSpPr>
          <p:nvPr/>
        </p:nvCxnSpPr>
        <p:spPr>
          <a:xfrm flipV="1">
            <a:off x="9640140" y="6047874"/>
            <a:ext cx="399646" cy="533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2500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42277-426B-C6B1-49AF-D362FF9D6BA6}"/>
              </a:ext>
            </a:extLst>
          </p:cNvPr>
          <p:cNvSpPr>
            <a:spLocks noGrp="1"/>
          </p:cNvSpPr>
          <p:nvPr>
            <p:ph type="title"/>
          </p:nvPr>
        </p:nvSpPr>
        <p:spPr/>
        <p:txBody>
          <a:bodyPr/>
          <a:lstStyle/>
          <a:p>
            <a:r>
              <a:rPr lang="en-GB" dirty="0"/>
              <a:t>Demonstration</a:t>
            </a:r>
          </a:p>
        </p:txBody>
      </p:sp>
    </p:spTree>
    <p:extLst>
      <p:ext uri="{BB962C8B-B14F-4D97-AF65-F5344CB8AC3E}">
        <p14:creationId xmlns:p14="http://schemas.microsoft.com/office/powerpoint/2010/main" val="1483529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F973-4D83-6B5B-0F00-3EAADF22FACD}"/>
              </a:ext>
            </a:extLst>
          </p:cNvPr>
          <p:cNvSpPr>
            <a:spLocks noGrp="1"/>
          </p:cNvSpPr>
          <p:nvPr>
            <p:ph type="title"/>
          </p:nvPr>
        </p:nvSpPr>
        <p:spPr/>
        <p:txBody>
          <a:bodyPr/>
          <a:lstStyle/>
          <a:p>
            <a:r>
              <a:rPr lang="en-GB" dirty="0"/>
              <a:t>Why do this?</a:t>
            </a:r>
          </a:p>
        </p:txBody>
      </p:sp>
      <p:sp>
        <p:nvSpPr>
          <p:cNvPr id="3" name="Content Placeholder 2">
            <a:extLst>
              <a:ext uri="{FF2B5EF4-FFF2-40B4-BE49-F238E27FC236}">
                <a16:creationId xmlns:a16="http://schemas.microsoft.com/office/drawing/2014/main" id="{21B26D1C-FCE0-6ECD-4A18-D9629DDD941B}"/>
              </a:ext>
            </a:extLst>
          </p:cNvPr>
          <p:cNvSpPr>
            <a:spLocks noGrp="1"/>
          </p:cNvSpPr>
          <p:nvPr>
            <p:ph idx="1"/>
          </p:nvPr>
        </p:nvSpPr>
        <p:spPr/>
        <p:txBody>
          <a:bodyPr/>
          <a:lstStyle/>
          <a:p>
            <a:r>
              <a:rPr lang="en-GB" dirty="0"/>
              <a:t>Much Faster</a:t>
            </a:r>
          </a:p>
          <a:p>
            <a:r>
              <a:rPr lang="en-GB" dirty="0"/>
              <a:t>No direct link between payer and payee</a:t>
            </a:r>
          </a:p>
          <a:p>
            <a:r>
              <a:rPr lang="en-GB" dirty="0"/>
              <a:t>Completely anonymous</a:t>
            </a:r>
          </a:p>
          <a:p>
            <a:r>
              <a:rPr lang="en-GB" dirty="0"/>
              <a:t>Undercut traditional mixers</a:t>
            </a:r>
          </a:p>
          <a:p>
            <a:r>
              <a:rPr lang="en-GB" dirty="0"/>
              <a:t>Easy to implement for operators with their own exchange</a:t>
            </a:r>
          </a:p>
          <a:p>
            <a:endParaRPr lang="en-GB" dirty="0"/>
          </a:p>
        </p:txBody>
      </p:sp>
    </p:spTree>
    <p:extLst>
      <p:ext uri="{BB962C8B-B14F-4D97-AF65-F5344CB8AC3E}">
        <p14:creationId xmlns:p14="http://schemas.microsoft.com/office/powerpoint/2010/main" val="1189464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5A37E-3B4E-D788-F2D2-406F95F19E8A}"/>
              </a:ext>
            </a:extLst>
          </p:cNvPr>
          <p:cNvSpPr>
            <a:spLocks noGrp="1"/>
          </p:cNvSpPr>
          <p:nvPr>
            <p:ph type="title"/>
          </p:nvPr>
        </p:nvSpPr>
        <p:spPr/>
        <p:txBody>
          <a:bodyPr/>
          <a:lstStyle/>
          <a:p>
            <a:r>
              <a:rPr lang="en-GB" dirty="0"/>
              <a:t>Regulatory Challenges</a:t>
            </a:r>
          </a:p>
        </p:txBody>
      </p:sp>
      <p:sp>
        <p:nvSpPr>
          <p:cNvPr id="3" name="Content Placeholder 2">
            <a:extLst>
              <a:ext uri="{FF2B5EF4-FFF2-40B4-BE49-F238E27FC236}">
                <a16:creationId xmlns:a16="http://schemas.microsoft.com/office/drawing/2014/main" id="{9E3B91D7-2516-F958-DA74-1CA39A9EE444}"/>
              </a:ext>
            </a:extLst>
          </p:cNvPr>
          <p:cNvSpPr>
            <a:spLocks noGrp="1"/>
          </p:cNvSpPr>
          <p:nvPr>
            <p:ph idx="1"/>
          </p:nvPr>
        </p:nvSpPr>
        <p:spPr/>
        <p:txBody>
          <a:bodyPr/>
          <a:lstStyle/>
          <a:p>
            <a:r>
              <a:rPr lang="en-GB" dirty="0"/>
              <a:t>Prevent Bad Actors</a:t>
            </a:r>
          </a:p>
          <a:p>
            <a:r>
              <a:rPr lang="en-GB" dirty="0"/>
              <a:t>Check Coin History</a:t>
            </a:r>
          </a:p>
          <a:p>
            <a:r>
              <a:rPr lang="en-GB" dirty="0"/>
              <a:t>Reject Sanctioned IPs</a:t>
            </a:r>
          </a:p>
        </p:txBody>
      </p:sp>
    </p:spTree>
    <p:extLst>
      <p:ext uri="{BB962C8B-B14F-4D97-AF65-F5344CB8AC3E}">
        <p14:creationId xmlns:p14="http://schemas.microsoft.com/office/powerpoint/2010/main" val="3004722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754BB-D49D-AD31-9A06-1DCED3F05298}"/>
              </a:ext>
            </a:extLst>
          </p:cNvPr>
          <p:cNvSpPr>
            <a:spLocks noGrp="1"/>
          </p:cNvSpPr>
          <p:nvPr>
            <p:ph type="title"/>
          </p:nvPr>
        </p:nvSpPr>
        <p:spPr/>
        <p:txBody>
          <a:bodyPr/>
          <a:lstStyle/>
          <a:p>
            <a:r>
              <a:rPr lang="en-GB" dirty="0"/>
              <a:t>Challenges</a:t>
            </a:r>
          </a:p>
        </p:txBody>
      </p:sp>
      <p:sp>
        <p:nvSpPr>
          <p:cNvPr id="3" name="Content Placeholder 2">
            <a:extLst>
              <a:ext uri="{FF2B5EF4-FFF2-40B4-BE49-F238E27FC236}">
                <a16:creationId xmlns:a16="http://schemas.microsoft.com/office/drawing/2014/main" id="{18FA2478-6A99-707C-DA99-CB18B5305CFE}"/>
              </a:ext>
            </a:extLst>
          </p:cNvPr>
          <p:cNvSpPr>
            <a:spLocks noGrp="1"/>
          </p:cNvSpPr>
          <p:nvPr>
            <p:ph idx="1"/>
          </p:nvPr>
        </p:nvSpPr>
        <p:spPr/>
        <p:txBody>
          <a:bodyPr/>
          <a:lstStyle/>
          <a:p>
            <a:r>
              <a:rPr lang="en-GB" dirty="0"/>
              <a:t>Time vs Anonymity</a:t>
            </a:r>
          </a:p>
          <a:p>
            <a:r>
              <a:rPr lang="en-GB" dirty="0"/>
              <a:t>Exchange cost</a:t>
            </a:r>
          </a:p>
          <a:p>
            <a:r>
              <a:rPr lang="en-GB" dirty="0"/>
              <a:t>Keeping track of wallets</a:t>
            </a:r>
          </a:p>
        </p:txBody>
      </p:sp>
    </p:spTree>
    <p:extLst>
      <p:ext uri="{BB962C8B-B14F-4D97-AF65-F5344CB8AC3E}">
        <p14:creationId xmlns:p14="http://schemas.microsoft.com/office/powerpoint/2010/main" val="827265983"/>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336</TotalTime>
  <Words>2122</Words>
  <Application>Microsoft Office PowerPoint</Application>
  <PresentationFormat>Widescreen</PresentationFormat>
  <Paragraphs>120</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Grandview Display</vt:lpstr>
      <vt:lpstr>DashVTI</vt:lpstr>
      <vt:lpstr>Faster Zero-Trust Anonymous Payments (FZAP)</vt:lpstr>
      <vt:lpstr>Motivation</vt:lpstr>
      <vt:lpstr>Solution </vt:lpstr>
      <vt:lpstr>Input</vt:lpstr>
      <vt:lpstr>Exchange</vt:lpstr>
      <vt:lpstr>Which Currencies to Exchange to?</vt:lpstr>
      <vt:lpstr>Output</vt:lpstr>
      <vt:lpstr>Diagram</vt:lpstr>
      <vt:lpstr>Demonstration</vt:lpstr>
      <vt:lpstr>Why do this?</vt:lpstr>
      <vt:lpstr>Regulatory Challenges</vt:lpstr>
      <vt:lpstr>Challenges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da da</cp:lastModifiedBy>
  <cp:revision>33</cp:revision>
  <dcterms:created xsi:type="dcterms:W3CDTF">2026-02-07T00:48:03Z</dcterms:created>
  <dcterms:modified xsi:type="dcterms:W3CDTF">2026-02-07T21:51:39Z</dcterms:modified>
</cp:coreProperties>
</file>